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8" r:id="rId2"/>
    <p:sldId id="267" r:id="rId3"/>
    <p:sldId id="26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161CC-A6C9-49ED-887B-B3C48373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商务园区运营数字化</a:t>
            </a:r>
            <a:r>
              <a:rPr lang="en-US" altLang="zh-CN" dirty="0"/>
              <a:t>——</a:t>
            </a:r>
            <a:r>
              <a:rPr lang="zh-CN" altLang="en-US" dirty="0"/>
              <a:t>产品数字化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F5482-B9DA-4C3B-9E33-C6AADD18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供给端</a:t>
            </a:r>
            <a:r>
              <a:rPr lang="en-US" altLang="zh-CN" dirty="0"/>
              <a:t>——</a:t>
            </a:r>
            <a:r>
              <a:rPr lang="zh-CN" altLang="en-US" dirty="0"/>
              <a:t>产品数字化：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、数字孪生，产品可视化，线上带看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、产品分级、分类、标签化（地段、空间细分、商业级别</a:t>
            </a:r>
            <a:r>
              <a:rPr lang="zh-CN" altLang="en-US" dirty="0"/>
              <a:t>、适合</a:t>
            </a:r>
            <a:r>
              <a:rPr lang="zh-CN" altLang="en-US" sz="2000" dirty="0"/>
              <a:t>行业）</a:t>
            </a:r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、营销内容数字化、定制化、智能化</a:t>
            </a:r>
          </a:p>
        </p:txBody>
      </p:sp>
    </p:spTree>
    <p:extLst>
      <p:ext uri="{BB962C8B-B14F-4D97-AF65-F5344CB8AC3E}">
        <p14:creationId xmlns:p14="http://schemas.microsoft.com/office/powerpoint/2010/main" val="151984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BB5B4-517C-4AE5-8B81-93BFD98E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商务园区运营数字化</a:t>
            </a:r>
            <a:r>
              <a:rPr lang="en-US" altLang="zh-CN" dirty="0"/>
              <a:t>——</a:t>
            </a:r>
            <a:r>
              <a:rPr lang="zh-CN" altLang="en-US" dirty="0"/>
              <a:t>客户数字化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B5712-0EA4-4D36-B35D-BA42378E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z="2000" dirty="0"/>
              <a:t>需求端</a:t>
            </a:r>
            <a:r>
              <a:rPr lang="en-US" altLang="zh-CN" sz="2000" dirty="0"/>
              <a:t>——</a:t>
            </a:r>
            <a:r>
              <a:rPr lang="zh-CN" altLang="en-US" sz="2000" dirty="0"/>
              <a:t>客户数字化</a:t>
            </a:r>
            <a:r>
              <a:rPr lang="en-US" altLang="zh-CN" sz="2000" dirty="0"/>
              <a:t>: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sz="2000" dirty="0"/>
              <a:t>1</a:t>
            </a:r>
            <a:r>
              <a:rPr lang="zh-CN" altLang="en-US" sz="2000" dirty="0"/>
              <a:t>、整合全域数据：</a:t>
            </a:r>
            <a:endParaRPr lang="en-US" altLang="zh-CN" sz="2000" dirty="0"/>
          </a:p>
          <a:p>
            <a:pPr lvl="0"/>
            <a:r>
              <a:rPr lang="zh-CN" altLang="en-US" sz="2000" dirty="0"/>
              <a:t>阿里生态数据：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供应商、生态圈、被投企业、平台交易量、风控数据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/>
            <a:r>
              <a:rPr lang="zh-CN" altLang="en-US" dirty="0"/>
              <a:t>市场公开数据：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招投标、社会融资、企业公告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/>
            <a:r>
              <a:rPr lang="zh-CN" altLang="en-US" sz="2000" dirty="0"/>
              <a:t>政府数据：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工商、纳税、融资、新注册知识产权数量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投促局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CIM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系统数据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endParaRPr lang="zh-CN" altLang="en-US" sz="2000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sz="2000" dirty="0"/>
              <a:t>客户洞察，形成客户标签（行业、规模、地域等）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5322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F3C65-46F1-46C9-A86A-F9B104B1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商务园区的数字化招商</a:t>
            </a:r>
            <a:r>
              <a:rPr lang="en-US" altLang="zh-CN" dirty="0"/>
              <a:t>——</a:t>
            </a:r>
            <a:r>
              <a:rPr lang="zh-CN" altLang="en-US" dirty="0"/>
              <a:t>场景建模、精准匹配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0DDD2-5358-4F21-BC70-AF546382F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根据场景建模，释放数据价值。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招商：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、工商新注册企业拉新。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、大企业中标企业。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、阿里体系内交易量激增。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、阿里体系内紧密合作伙伴拉新。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存量维系：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、老客户用电量增加、员工人数增加，存量扩容。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、高危流失客户挽留。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园区定位：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、区域行业分析、客群分析、业态分析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1984269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5575</TotalTime>
  <Words>240</Words>
  <Application>Microsoft Office PowerPoint</Application>
  <PresentationFormat>宽屏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华文楷体</vt:lpstr>
      <vt:lpstr>楷体</vt:lpstr>
      <vt:lpstr>Corbel</vt:lpstr>
      <vt:lpstr>Wingdings 2</vt:lpstr>
      <vt:lpstr>框架</vt:lpstr>
      <vt:lpstr>商务园区运营数字化——产品数字化</vt:lpstr>
      <vt:lpstr>商务园区运营数字化——客户数字化</vt:lpstr>
      <vt:lpstr>商务园区的数字化招商——场景建模、精准匹配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商务园区招商模式的数字化转型</dc:title>
  <dc:creator>yansong.dys</dc:creator>
  <cp:lastModifiedBy>yansong.dys</cp:lastModifiedBy>
  <cp:revision>67</cp:revision>
  <dcterms:created xsi:type="dcterms:W3CDTF">2023-11-02T02:50:18Z</dcterms:created>
  <dcterms:modified xsi:type="dcterms:W3CDTF">2023-11-06T01:22:23Z</dcterms:modified>
</cp:coreProperties>
</file>