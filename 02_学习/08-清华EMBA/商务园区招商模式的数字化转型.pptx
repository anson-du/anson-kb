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A6C06B-97E2-4AE8-A507-290BFD540C73}" type="doc">
      <dgm:prSet loTypeId="urn:microsoft.com/office/officeart/2008/layout/IncreasingCircleProces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56F94CE8-8447-409D-ADDA-E361FDE079A4}">
      <dgm:prSet phldrT="[文本]"/>
      <dgm:spPr/>
      <dgm:t>
        <a:bodyPr/>
        <a:lstStyle/>
        <a:p>
          <a:r>
            <a:rPr lang="zh-CN" altLang="en-US" b="1" dirty="0">
              <a:solidFill>
                <a:schemeClr val="accent4"/>
              </a:solidFill>
            </a:rPr>
            <a:t>园区主题定位</a:t>
          </a:r>
        </a:p>
      </dgm:t>
    </dgm:pt>
    <dgm:pt modelId="{0E734C71-39F9-4A62-B1E2-712D90D564CB}" type="parTrans" cxnId="{495F24F4-3327-483E-89FD-9A01E6FB1A30}">
      <dgm:prSet/>
      <dgm:spPr/>
      <dgm:t>
        <a:bodyPr/>
        <a:lstStyle/>
        <a:p>
          <a:endParaRPr lang="zh-CN" altLang="en-US"/>
        </a:p>
      </dgm:t>
    </dgm:pt>
    <dgm:pt modelId="{F2C4CDA3-A879-41F1-AC29-F25DBBE72641}" type="sibTrans" cxnId="{495F24F4-3327-483E-89FD-9A01E6FB1A30}">
      <dgm:prSet/>
      <dgm:spPr/>
      <dgm:t>
        <a:bodyPr/>
        <a:lstStyle/>
        <a:p>
          <a:endParaRPr lang="zh-CN" altLang="en-US"/>
        </a:p>
      </dgm:t>
    </dgm:pt>
    <dgm:pt modelId="{5AF80E18-21E1-41BF-94F6-D74339EE0C82}">
      <dgm:prSet phldrT="[文本]"/>
      <dgm:spPr/>
      <dgm:t>
        <a:bodyPr/>
        <a:lstStyle/>
        <a:p>
          <a:r>
            <a:rPr lang="zh-CN" altLang="en-US" dirty="0"/>
            <a:t>产业主题</a:t>
          </a:r>
        </a:p>
      </dgm:t>
    </dgm:pt>
    <dgm:pt modelId="{D76E9D58-65B2-4CC3-9438-C52B4D676EDC}" type="parTrans" cxnId="{28193780-F1BC-4D1C-A3D6-C9C492A075CB}">
      <dgm:prSet/>
      <dgm:spPr/>
      <dgm:t>
        <a:bodyPr/>
        <a:lstStyle/>
        <a:p>
          <a:endParaRPr lang="zh-CN" altLang="en-US"/>
        </a:p>
      </dgm:t>
    </dgm:pt>
    <dgm:pt modelId="{3115C211-AF74-4574-8DC6-9D8ECC64E2A9}" type="sibTrans" cxnId="{28193780-F1BC-4D1C-A3D6-C9C492A075CB}">
      <dgm:prSet/>
      <dgm:spPr/>
      <dgm:t>
        <a:bodyPr/>
        <a:lstStyle/>
        <a:p>
          <a:endParaRPr lang="zh-CN" altLang="en-US"/>
        </a:p>
      </dgm:t>
    </dgm:pt>
    <dgm:pt modelId="{759591F8-F0E7-4504-A31B-7E3202E70D3C}">
      <dgm:prSet phldrT="[文本]"/>
      <dgm:spPr/>
      <dgm:t>
        <a:bodyPr/>
        <a:lstStyle/>
        <a:p>
          <a:r>
            <a:rPr lang="zh-CN" altLang="en-US" b="1" dirty="0">
              <a:solidFill>
                <a:schemeClr val="accent4"/>
              </a:solidFill>
            </a:rPr>
            <a:t>招商签约入驻</a:t>
          </a:r>
        </a:p>
      </dgm:t>
    </dgm:pt>
    <dgm:pt modelId="{3B543E5B-C6F8-40CC-A038-24661373A4C1}" type="parTrans" cxnId="{494CC942-7B62-4FDA-98C0-BBE89772FBA6}">
      <dgm:prSet/>
      <dgm:spPr/>
      <dgm:t>
        <a:bodyPr/>
        <a:lstStyle/>
        <a:p>
          <a:endParaRPr lang="zh-CN" altLang="en-US"/>
        </a:p>
      </dgm:t>
    </dgm:pt>
    <dgm:pt modelId="{EE350F98-D2DE-4D00-B90F-0D5AD52843B5}" type="sibTrans" cxnId="{494CC942-7B62-4FDA-98C0-BBE89772FBA6}">
      <dgm:prSet/>
      <dgm:spPr/>
      <dgm:t>
        <a:bodyPr/>
        <a:lstStyle/>
        <a:p>
          <a:endParaRPr lang="zh-CN" altLang="en-US"/>
        </a:p>
      </dgm:t>
    </dgm:pt>
    <dgm:pt modelId="{ABB2B7B8-7E5A-45B6-80B9-EB3E78C6D989}">
      <dgm:prSet phldrT="[文本]"/>
      <dgm:spPr/>
      <dgm:t>
        <a:bodyPr/>
        <a:lstStyle/>
        <a:p>
          <a:r>
            <a:rPr lang="zh-CN" altLang="en-US" dirty="0"/>
            <a:t>邀约到访</a:t>
          </a:r>
        </a:p>
      </dgm:t>
    </dgm:pt>
    <dgm:pt modelId="{63B75FC3-62E4-4607-9300-AD5BE04D5312}" type="parTrans" cxnId="{EEA6CA3C-9E7B-4FDB-9D09-D82102571A63}">
      <dgm:prSet/>
      <dgm:spPr/>
      <dgm:t>
        <a:bodyPr/>
        <a:lstStyle/>
        <a:p>
          <a:endParaRPr lang="zh-CN" altLang="en-US"/>
        </a:p>
      </dgm:t>
    </dgm:pt>
    <dgm:pt modelId="{723AA1BD-C7D9-4C61-948F-A89B79CFA653}" type="sibTrans" cxnId="{EEA6CA3C-9E7B-4FDB-9D09-D82102571A63}">
      <dgm:prSet/>
      <dgm:spPr/>
      <dgm:t>
        <a:bodyPr/>
        <a:lstStyle/>
        <a:p>
          <a:endParaRPr lang="zh-CN" altLang="en-US"/>
        </a:p>
      </dgm:t>
    </dgm:pt>
    <dgm:pt modelId="{167D61E8-007B-430C-8F23-76CFED6DA1F1}">
      <dgm:prSet phldrT="[文本]"/>
      <dgm:spPr/>
      <dgm:t>
        <a:bodyPr/>
        <a:lstStyle/>
        <a:p>
          <a:r>
            <a:rPr lang="zh-CN" altLang="en-US" b="1" dirty="0">
              <a:solidFill>
                <a:schemeClr val="accent4"/>
              </a:solidFill>
            </a:rPr>
            <a:t>园区运营</a:t>
          </a:r>
          <a:r>
            <a:rPr lang="en-US" altLang="zh-CN" b="1" dirty="0">
              <a:solidFill>
                <a:schemeClr val="accent4"/>
              </a:solidFill>
            </a:rPr>
            <a:t>/</a:t>
          </a:r>
          <a:r>
            <a:rPr lang="zh-CN" altLang="en-US" b="1" dirty="0">
              <a:solidFill>
                <a:schemeClr val="accent4"/>
              </a:solidFill>
            </a:rPr>
            <a:t>企业服务</a:t>
          </a:r>
        </a:p>
      </dgm:t>
    </dgm:pt>
    <dgm:pt modelId="{EC904592-F959-4436-B29D-F3C5EAF5FD09}" type="parTrans" cxnId="{187D2980-0585-411D-BFF9-948A198EB678}">
      <dgm:prSet/>
      <dgm:spPr/>
      <dgm:t>
        <a:bodyPr/>
        <a:lstStyle/>
        <a:p>
          <a:endParaRPr lang="zh-CN" altLang="en-US"/>
        </a:p>
      </dgm:t>
    </dgm:pt>
    <dgm:pt modelId="{2C44CE19-63D3-4580-8ABD-C57CFFCECADC}" type="sibTrans" cxnId="{187D2980-0585-411D-BFF9-948A198EB678}">
      <dgm:prSet/>
      <dgm:spPr/>
      <dgm:t>
        <a:bodyPr/>
        <a:lstStyle/>
        <a:p>
          <a:endParaRPr lang="zh-CN" altLang="en-US"/>
        </a:p>
      </dgm:t>
    </dgm:pt>
    <dgm:pt modelId="{5142FA6C-22DF-4141-B0A0-D1B83CE1D5FF}">
      <dgm:prSet phldrT="[文本]"/>
      <dgm:spPr/>
      <dgm:t>
        <a:bodyPr/>
        <a:lstStyle/>
        <a:p>
          <a:r>
            <a:rPr lang="zh-CN" altLang="en-US" dirty="0"/>
            <a:t>物业服务</a:t>
          </a:r>
        </a:p>
      </dgm:t>
    </dgm:pt>
    <dgm:pt modelId="{6406CD54-2DF6-4855-B7CF-B5ED14FAB921}" type="parTrans" cxnId="{5C0993D6-112A-41AA-A488-0C0D90E7EA4B}">
      <dgm:prSet/>
      <dgm:spPr/>
      <dgm:t>
        <a:bodyPr/>
        <a:lstStyle/>
        <a:p>
          <a:endParaRPr lang="zh-CN" altLang="en-US"/>
        </a:p>
      </dgm:t>
    </dgm:pt>
    <dgm:pt modelId="{86E0CF99-5391-4DED-8CAF-ECB370AB8511}" type="sibTrans" cxnId="{5C0993D6-112A-41AA-A488-0C0D90E7EA4B}">
      <dgm:prSet/>
      <dgm:spPr/>
      <dgm:t>
        <a:bodyPr/>
        <a:lstStyle/>
        <a:p>
          <a:endParaRPr lang="zh-CN" altLang="en-US"/>
        </a:p>
      </dgm:t>
    </dgm:pt>
    <dgm:pt modelId="{92F8A553-2E5C-40E9-8A98-EB43607E0F19}">
      <dgm:prSet phldrT="[文本]"/>
      <dgm:spPr/>
      <dgm:t>
        <a:bodyPr/>
        <a:lstStyle/>
        <a:p>
          <a:r>
            <a:rPr lang="zh-CN" altLang="en-US" dirty="0"/>
            <a:t>行业方向</a:t>
          </a:r>
        </a:p>
      </dgm:t>
    </dgm:pt>
    <dgm:pt modelId="{D6B7968C-BD67-4C7F-8658-EDECEBC8398B}" type="parTrans" cxnId="{EEE4D282-71D9-43DF-AC73-A680C8627AEA}">
      <dgm:prSet/>
      <dgm:spPr/>
      <dgm:t>
        <a:bodyPr/>
        <a:lstStyle/>
        <a:p>
          <a:endParaRPr lang="zh-CN" altLang="en-US"/>
        </a:p>
      </dgm:t>
    </dgm:pt>
    <dgm:pt modelId="{A18063AF-ACD0-4BCB-B64D-D34FC7A4A06A}" type="sibTrans" cxnId="{EEE4D282-71D9-43DF-AC73-A680C8627AEA}">
      <dgm:prSet/>
      <dgm:spPr/>
      <dgm:t>
        <a:bodyPr/>
        <a:lstStyle/>
        <a:p>
          <a:endParaRPr lang="zh-CN" altLang="en-US"/>
        </a:p>
      </dgm:t>
    </dgm:pt>
    <dgm:pt modelId="{CCC51F7C-6A25-4A54-8443-45E32D0E52EB}">
      <dgm:prSet phldrT="[文本]"/>
      <dgm:spPr/>
      <dgm:t>
        <a:bodyPr/>
        <a:lstStyle/>
        <a:p>
          <a:r>
            <a:rPr lang="zh-CN" altLang="en-US" dirty="0"/>
            <a:t>客户需求洞察</a:t>
          </a:r>
        </a:p>
      </dgm:t>
    </dgm:pt>
    <dgm:pt modelId="{7CEC2EA7-3D6C-487E-BC24-81A6130F70F3}" type="parTrans" cxnId="{C1BA0DC3-B548-400E-88BC-30541B432047}">
      <dgm:prSet/>
      <dgm:spPr/>
      <dgm:t>
        <a:bodyPr/>
        <a:lstStyle/>
        <a:p>
          <a:endParaRPr lang="zh-CN" altLang="en-US"/>
        </a:p>
      </dgm:t>
    </dgm:pt>
    <dgm:pt modelId="{CA9D761E-0B56-4D54-BE4F-C58624801029}" type="sibTrans" cxnId="{C1BA0DC3-B548-400E-88BC-30541B432047}">
      <dgm:prSet/>
      <dgm:spPr/>
      <dgm:t>
        <a:bodyPr/>
        <a:lstStyle/>
        <a:p>
          <a:endParaRPr lang="zh-CN" altLang="en-US"/>
        </a:p>
      </dgm:t>
    </dgm:pt>
    <dgm:pt modelId="{D85D747F-818C-4DA1-A779-96E6BDFF9636}">
      <dgm:prSet phldrT="[文本]"/>
      <dgm:spPr/>
      <dgm:t>
        <a:bodyPr/>
        <a:lstStyle/>
        <a:p>
          <a:r>
            <a:rPr lang="zh-CN" altLang="en-US"/>
            <a:t>空间</a:t>
          </a:r>
          <a:r>
            <a:rPr lang="zh-CN" altLang="en-US" dirty="0"/>
            <a:t>产品细分</a:t>
          </a:r>
        </a:p>
      </dgm:t>
    </dgm:pt>
    <dgm:pt modelId="{DD4FA21B-E37C-4528-8722-BD1EF38E695C}" type="parTrans" cxnId="{8A3C8EEB-685B-4712-A29F-8B7FAA374449}">
      <dgm:prSet/>
      <dgm:spPr/>
      <dgm:t>
        <a:bodyPr/>
        <a:lstStyle/>
        <a:p>
          <a:endParaRPr lang="zh-CN" altLang="en-US"/>
        </a:p>
      </dgm:t>
    </dgm:pt>
    <dgm:pt modelId="{943EEC88-C0C9-4B54-8D28-90958FDE8B92}" type="sibTrans" cxnId="{8A3C8EEB-685B-4712-A29F-8B7FAA374449}">
      <dgm:prSet/>
      <dgm:spPr/>
      <dgm:t>
        <a:bodyPr/>
        <a:lstStyle/>
        <a:p>
          <a:endParaRPr lang="zh-CN" altLang="en-US"/>
        </a:p>
      </dgm:t>
    </dgm:pt>
    <dgm:pt modelId="{BFE37051-6DBD-47F8-959B-2E6E1650E6D0}">
      <dgm:prSet phldrT="[文本]"/>
      <dgm:spPr/>
      <dgm:t>
        <a:bodyPr/>
        <a:lstStyle/>
        <a:p>
          <a:r>
            <a:rPr lang="zh-CN" altLang="en-US" dirty="0"/>
            <a:t>租赁谈判</a:t>
          </a:r>
        </a:p>
      </dgm:t>
    </dgm:pt>
    <dgm:pt modelId="{D734155C-36E7-4FAB-8683-CD1AFED648BC}" type="parTrans" cxnId="{D1F81539-582E-4AA4-A6AF-A909F6176DD6}">
      <dgm:prSet/>
      <dgm:spPr/>
      <dgm:t>
        <a:bodyPr/>
        <a:lstStyle/>
        <a:p>
          <a:endParaRPr lang="zh-CN" altLang="en-US"/>
        </a:p>
      </dgm:t>
    </dgm:pt>
    <dgm:pt modelId="{D9B5567F-CFC4-4B1F-9B3D-FDD421F8BBE5}" type="sibTrans" cxnId="{D1F81539-582E-4AA4-A6AF-A909F6176DD6}">
      <dgm:prSet/>
      <dgm:spPr/>
      <dgm:t>
        <a:bodyPr/>
        <a:lstStyle/>
        <a:p>
          <a:endParaRPr lang="zh-CN" altLang="en-US"/>
        </a:p>
      </dgm:t>
    </dgm:pt>
    <dgm:pt modelId="{949ADE39-1C46-4636-AB73-5401C75C2808}">
      <dgm:prSet phldrT="[文本]"/>
      <dgm:spPr/>
      <dgm:t>
        <a:bodyPr/>
        <a:lstStyle/>
        <a:p>
          <a:r>
            <a:rPr lang="zh-CN" altLang="en-US" dirty="0"/>
            <a:t>合同签约</a:t>
          </a:r>
        </a:p>
      </dgm:t>
    </dgm:pt>
    <dgm:pt modelId="{DF7756E6-9FCD-4E5A-8402-A93C32F021AE}" type="parTrans" cxnId="{DA1C5269-C0B1-418D-B61A-8816C205D79E}">
      <dgm:prSet/>
      <dgm:spPr/>
      <dgm:t>
        <a:bodyPr/>
        <a:lstStyle/>
        <a:p>
          <a:endParaRPr lang="zh-CN" altLang="en-US"/>
        </a:p>
      </dgm:t>
    </dgm:pt>
    <dgm:pt modelId="{1CEC9FF1-5D74-4531-86B2-D7564F34A339}" type="sibTrans" cxnId="{DA1C5269-C0B1-418D-B61A-8816C205D79E}">
      <dgm:prSet/>
      <dgm:spPr/>
      <dgm:t>
        <a:bodyPr/>
        <a:lstStyle/>
        <a:p>
          <a:endParaRPr lang="zh-CN" altLang="en-US"/>
        </a:p>
      </dgm:t>
    </dgm:pt>
    <dgm:pt modelId="{1AAE60C7-EA74-4B60-8DD6-9C30212284D7}">
      <dgm:prSet phldrT="[文本]"/>
      <dgm:spPr/>
      <dgm:t>
        <a:bodyPr/>
        <a:lstStyle/>
        <a:p>
          <a:r>
            <a:rPr lang="zh-CN" altLang="en-US" dirty="0"/>
            <a:t>企业服务</a:t>
          </a:r>
        </a:p>
      </dgm:t>
    </dgm:pt>
    <dgm:pt modelId="{C8B7FD59-E4F5-4EB7-83F8-59C065A3976D}" type="parTrans" cxnId="{16E309A0-E816-401E-8BD6-29FD301DC3B7}">
      <dgm:prSet/>
      <dgm:spPr/>
      <dgm:t>
        <a:bodyPr/>
        <a:lstStyle/>
        <a:p>
          <a:endParaRPr lang="zh-CN" altLang="en-US"/>
        </a:p>
      </dgm:t>
    </dgm:pt>
    <dgm:pt modelId="{71573DDF-8AF3-4948-8182-2E900B09F994}" type="sibTrans" cxnId="{16E309A0-E816-401E-8BD6-29FD301DC3B7}">
      <dgm:prSet/>
      <dgm:spPr/>
      <dgm:t>
        <a:bodyPr/>
        <a:lstStyle/>
        <a:p>
          <a:endParaRPr lang="zh-CN" altLang="en-US"/>
        </a:p>
      </dgm:t>
    </dgm:pt>
    <dgm:pt modelId="{FE1536B7-E21E-4632-9785-DBB5412F2E4C}">
      <dgm:prSet phldrT="[文本]"/>
      <dgm:spPr/>
      <dgm:t>
        <a:bodyPr/>
        <a:lstStyle/>
        <a:p>
          <a:endParaRPr lang="zh-CN" altLang="en-US" dirty="0"/>
        </a:p>
      </dgm:t>
    </dgm:pt>
    <dgm:pt modelId="{92CC6ACC-0401-476F-8509-3E870CC034EE}" type="parTrans" cxnId="{D689EF1D-87BC-47DC-B7F6-A5CEA89EB570}">
      <dgm:prSet/>
      <dgm:spPr/>
      <dgm:t>
        <a:bodyPr/>
        <a:lstStyle/>
        <a:p>
          <a:endParaRPr lang="zh-CN" altLang="en-US"/>
        </a:p>
      </dgm:t>
    </dgm:pt>
    <dgm:pt modelId="{42DBF2A4-43F0-4077-9CCF-E94BC15D1B88}" type="sibTrans" cxnId="{D689EF1D-87BC-47DC-B7F6-A5CEA89EB570}">
      <dgm:prSet/>
      <dgm:spPr/>
      <dgm:t>
        <a:bodyPr/>
        <a:lstStyle/>
        <a:p>
          <a:endParaRPr lang="zh-CN" altLang="en-US"/>
        </a:p>
      </dgm:t>
    </dgm:pt>
    <dgm:pt modelId="{D50E2832-E1A6-4E5C-8F72-4049EBADF4A5}" type="pres">
      <dgm:prSet presAssocID="{31A6C06B-97E2-4AE8-A507-290BFD540C73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</dgm:pt>
    <dgm:pt modelId="{BAF22C30-1042-43D5-A2EC-7AA64E076979}" type="pres">
      <dgm:prSet presAssocID="{56F94CE8-8447-409D-ADDA-E361FDE079A4}" presName="composite" presStyleCnt="0"/>
      <dgm:spPr/>
    </dgm:pt>
    <dgm:pt modelId="{A1844340-A0F0-40F7-B008-7D7C86283209}" type="pres">
      <dgm:prSet presAssocID="{56F94CE8-8447-409D-ADDA-E361FDE079A4}" presName="BackAccent" presStyleLbl="bgShp" presStyleIdx="0" presStyleCnt="3"/>
      <dgm:spPr/>
    </dgm:pt>
    <dgm:pt modelId="{687E3DDD-EA48-4C7F-824F-840A43DD9783}" type="pres">
      <dgm:prSet presAssocID="{56F94CE8-8447-409D-ADDA-E361FDE079A4}" presName="Accent" presStyleLbl="alignNode1" presStyleIdx="0" presStyleCnt="3"/>
      <dgm:spPr/>
    </dgm:pt>
    <dgm:pt modelId="{546EF0A0-B51A-4E28-8A7E-6A2B38DCED14}" type="pres">
      <dgm:prSet presAssocID="{56F94CE8-8447-409D-ADDA-E361FDE079A4}" presName="Child" presStyleLbl="revTx" presStyleIdx="0" presStyleCnt="6">
        <dgm:presLayoutVars>
          <dgm:chMax val="0"/>
          <dgm:chPref val="0"/>
          <dgm:bulletEnabled val="1"/>
        </dgm:presLayoutVars>
      </dgm:prSet>
      <dgm:spPr/>
    </dgm:pt>
    <dgm:pt modelId="{EBEDA757-09CF-4396-B03A-1CD7F4729914}" type="pres">
      <dgm:prSet presAssocID="{56F94CE8-8447-409D-ADDA-E361FDE079A4}" presName="Parent" presStyleLbl="revTx" presStyleIdx="1" presStyleCnt="6">
        <dgm:presLayoutVars>
          <dgm:chMax val="1"/>
          <dgm:chPref val="1"/>
          <dgm:bulletEnabled val="1"/>
        </dgm:presLayoutVars>
      </dgm:prSet>
      <dgm:spPr/>
    </dgm:pt>
    <dgm:pt modelId="{BF6C6B09-4E58-411E-B50F-0A9A89DA9BC2}" type="pres">
      <dgm:prSet presAssocID="{F2C4CDA3-A879-41F1-AC29-F25DBBE72641}" presName="sibTrans" presStyleCnt="0"/>
      <dgm:spPr/>
    </dgm:pt>
    <dgm:pt modelId="{C7773493-C03F-43CD-AD84-51BDADB813CF}" type="pres">
      <dgm:prSet presAssocID="{759591F8-F0E7-4504-A31B-7E3202E70D3C}" presName="composite" presStyleCnt="0"/>
      <dgm:spPr/>
    </dgm:pt>
    <dgm:pt modelId="{FFA6F4EE-1CCC-4EDE-819C-872CE5ACC648}" type="pres">
      <dgm:prSet presAssocID="{759591F8-F0E7-4504-A31B-7E3202E70D3C}" presName="BackAccent" presStyleLbl="bgShp" presStyleIdx="1" presStyleCnt="3"/>
      <dgm:spPr/>
    </dgm:pt>
    <dgm:pt modelId="{1AAF1F52-2D1E-4275-972B-7731B60346CA}" type="pres">
      <dgm:prSet presAssocID="{759591F8-F0E7-4504-A31B-7E3202E70D3C}" presName="Accent" presStyleLbl="alignNode1" presStyleIdx="1" presStyleCnt="3"/>
      <dgm:spPr/>
    </dgm:pt>
    <dgm:pt modelId="{EBC9089D-1719-40F1-BC27-E92A182E37D8}" type="pres">
      <dgm:prSet presAssocID="{759591F8-F0E7-4504-A31B-7E3202E70D3C}" presName="Child" presStyleLbl="revTx" presStyleIdx="2" presStyleCnt="6">
        <dgm:presLayoutVars>
          <dgm:chMax val="0"/>
          <dgm:chPref val="0"/>
          <dgm:bulletEnabled val="1"/>
        </dgm:presLayoutVars>
      </dgm:prSet>
      <dgm:spPr/>
    </dgm:pt>
    <dgm:pt modelId="{4E6CBB98-B2F5-4D95-A1F1-AA28760F055D}" type="pres">
      <dgm:prSet presAssocID="{759591F8-F0E7-4504-A31B-7E3202E70D3C}" presName="Parent" presStyleLbl="revTx" presStyleIdx="3" presStyleCnt="6">
        <dgm:presLayoutVars>
          <dgm:chMax val="1"/>
          <dgm:chPref val="1"/>
          <dgm:bulletEnabled val="1"/>
        </dgm:presLayoutVars>
      </dgm:prSet>
      <dgm:spPr/>
    </dgm:pt>
    <dgm:pt modelId="{13EF0575-69A2-4061-BDB5-203804538B91}" type="pres">
      <dgm:prSet presAssocID="{EE350F98-D2DE-4D00-B90F-0D5AD52843B5}" presName="sibTrans" presStyleCnt="0"/>
      <dgm:spPr/>
    </dgm:pt>
    <dgm:pt modelId="{FC14328B-30FC-442A-818F-6123462913C2}" type="pres">
      <dgm:prSet presAssocID="{167D61E8-007B-430C-8F23-76CFED6DA1F1}" presName="composite" presStyleCnt="0"/>
      <dgm:spPr/>
    </dgm:pt>
    <dgm:pt modelId="{5774498C-823F-4FAC-B751-FFAFE7E59BCD}" type="pres">
      <dgm:prSet presAssocID="{167D61E8-007B-430C-8F23-76CFED6DA1F1}" presName="BackAccent" presStyleLbl="bgShp" presStyleIdx="2" presStyleCnt="3"/>
      <dgm:spPr/>
    </dgm:pt>
    <dgm:pt modelId="{7B7EABCA-D002-4CC9-9BFA-EAC639B13A6F}" type="pres">
      <dgm:prSet presAssocID="{167D61E8-007B-430C-8F23-76CFED6DA1F1}" presName="Accent" presStyleLbl="alignNode1" presStyleIdx="2" presStyleCnt="3"/>
      <dgm:spPr/>
    </dgm:pt>
    <dgm:pt modelId="{62A9C37A-58FC-4CCE-B108-061DF658E501}" type="pres">
      <dgm:prSet presAssocID="{167D61E8-007B-430C-8F23-76CFED6DA1F1}" presName="Child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5A5411F7-500F-4869-93AC-841A924AB307}" type="pres">
      <dgm:prSet presAssocID="{167D61E8-007B-430C-8F23-76CFED6DA1F1}" presName="Parent" presStyleLbl="revTx" presStyleIdx="5" presStyleCnt="6" custScaleX="113747">
        <dgm:presLayoutVars>
          <dgm:chMax val="1"/>
          <dgm:chPref val="1"/>
          <dgm:bulletEnabled val="1"/>
        </dgm:presLayoutVars>
      </dgm:prSet>
      <dgm:spPr/>
    </dgm:pt>
  </dgm:ptLst>
  <dgm:cxnLst>
    <dgm:cxn modelId="{5C96B401-7AE9-43C7-9915-25F14A7C4BDA}" type="presOf" srcId="{D85D747F-818C-4DA1-A779-96E6BDFF9636}" destId="{546EF0A0-B51A-4E28-8A7E-6A2B38DCED14}" srcOrd="0" destOrd="3" presId="urn:microsoft.com/office/officeart/2008/layout/IncreasingCircleProcess"/>
    <dgm:cxn modelId="{827C0502-97EF-4020-A1F4-2EF93D8585E9}" type="presOf" srcId="{31A6C06B-97E2-4AE8-A507-290BFD540C73}" destId="{D50E2832-E1A6-4E5C-8F72-4049EBADF4A5}" srcOrd="0" destOrd="0" presId="urn:microsoft.com/office/officeart/2008/layout/IncreasingCircleProcess"/>
    <dgm:cxn modelId="{D9C19406-9CBC-4ABC-965A-D5C148B4EDEE}" type="presOf" srcId="{FE1536B7-E21E-4632-9785-DBB5412F2E4C}" destId="{62A9C37A-58FC-4CCE-B108-061DF658E501}" srcOrd="0" destOrd="2" presId="urn:microsoft.com/office/officeart/2008/layout/IncreasingCircleProcess"/>
    <dgm:cxn modelId="{96C73E0E-5D0D-464D-BA9A-ED68BA5D4F8D}" type="presOf" srcId="{167D61E8-007B-430C-8F23-76CFED6DA1F1}" destId="{5A5411F7-500F-4869-93AC-841A924AB307}" srcOrd="0" destOrd="0" presId="urn:microsoft.com/office/officeart/2008/layout/IncreasingCircleProcess"/>
    <dgm:cxn modelId="{D689EF1D-87BC-47DC-B7F6-A5CEA89EB570}" srcId="{167D61E8-007B-430C-8F23-76CFED6DA1F1}" destId="{FE1536B7-E21E-4632-9785-DBB5412F2E4C}" srcOrd="2" destOrd="0" parTransId="{92CC6ACC-0401-476F-8509-3E870CC034EE}" sibTransId="{42DBF2A4-43F0-4077-9CCF-E94BC15D1B88}"/>
    <dgm:cxn modelId="{D1F81539-582E-4AA4-A6AF-A909F6176DD6}" srcId="{759591F8-F0E7-4504-A31B-7E3202E70D3C}" destId="{BFE37051-6DBD-47F8-959B-2E6E1650E6D0}" srcOrd="1" destOrd="0" parTransId="{D734155C-36E7-4FAB-8683-CD1AFED648BC}" sibTransId="{D9B5567F-CFC4-4B1F-9B3D-FDD421F8BBE5}"/>
    <dgm:cxn modelId="{EEA6CA3C-9E7B-4FDB-9D09-D82102571A63}" srcId="{759591F8-F0E7-4504-A31B-7E3202E70D3C}" destId="{ABB2B7B8-7E5A-45B6-80B9-EB3E78C6D989}" srcOrd="0" destOrd="0" parTransId="{63B75FC3-62E4-4607-9300-AD5BE04D5312}" sibTransId="{723AA1BD-C7D9-4C61-948F-A89B79CFA653}"/>
    <dgm:cxn modelId="{494CC942-7B62-4FDA-98C0-BBE89772FBA6}" srcId="{31A6C06B-97E2-4AE8-A507-290BFD540C73}" destId="{759591F8-F0E7-4504-A31B-7E3202E70D3C}" srcOrd="1" destOrd="0" parTransId="{3B543E5B-C6F8-40CC-A038-24661373A4C1}" sibTransId="{EE350F98-D2DE-4D00-B90F-0D5AD52843B5}"/>
    <dgm:cxn modelId="{DA1C5269-C0B1-418D-B61A-8816C205D79E}" srcId="{759591F8-F0E7-4504-A31B-7E3202E70D3C}" destId="{949ADE39-1C46-4636-AB73-5401C75C2808}" srcOrd="2" destOrd="0" parTransId="{DF7756E6-9FCD-4E5A-8402-A93C32F021AE}" sibTransId="{1CEC9FF1-5D74-4531-86B2-D7564F34A339}"/>
    <dgm:cxn modelId="{40F58353-431B-4704-BD69-679431FD6906}" type="presOf" srcId="{CCC51F7C-6A25-4A54-8443-45E32D0E52EB}" destId="{546EF0A0-B51A-4E28-8A7E-6A2B38DCED14}" srcOrd="0" destOrd="2" presId="urn:microsoft.com/office/officeart/2008/layout/IncreasingCircleProcess"/>
    <dgm:cxn modelId="{187D2980-0585-411D-BFF9-948A198EB678}" srcId="{31A6C06B-97E2-4AE8-A507-290BFD540C73}" destId="{167D61E8-007B-430C-8F23-76CFED6DA1F1}" srcOrd="2" destOrd="0" parTransId="{EC904592-F959-4436-B29D-F3C5EAF5FD09}" sibTransId="{2C44CE19-63D3-4580-8ABD-C57CFFCECADC}"/>
    <dgm:cxn modelId="{28193780-F1BC-4D1C-A3D6-C9C492A075CB}" srcId="{56F94CE8-8447-409D-ADDA-E361FDE079A4}" destId="{5AF80E18-21E1-41BF-94F6-D74339EE0C82}" srcOrd="0" destOrd="0" parTransId="{D76E9D58-65B2-4CC3-9438-C52B4D676EDC}" sibTransId="{3115C211-AF74-4574-8DC6-9D8ECC64E2A9}"/>
    <dgm:cxn modelId="{EEE4D282-71D9-43DF-AC73-A680C8627AEA}" srcId="{56F94CE8-8447-409D-ADDA-E361FDE079A4}" destId="{92F8A553-2E5C-40E9-8A98-EB43607E0F19}" srcOrd="1" destOrd="0" parTransId="{D6B7968C-BD67-4C7F-8658-EDECEBC8398B}" sibTransId="{A18063AF-ACD0-4BCB-B64D-D34FC7A4A06A}"/>
    <dgm:cxn modelId="{1BDEA686-C92E-4EDA-A908-3B0BAE59527E}" type="presOf" srcId="{BFE37051-6DBD-47F8-959B-2E6E1650E6D0}" destId="{EBC9089D-1719-40F1-BC27-E92A182E37D8}" srcOrd="0" destOrd="1" presId="urn:microsoft.com/office/officeart/2008/layout/IncreasingCircleProcess"/>
    <dgm:cxn modelId="{9D4EA094-CEF4-41F2-AD2F-134DBF9EF6FA}" type="presOf" srcId="{5142FA6C-22DF-4141-B0A0-D1B83CE1D5FF}" destId="{62A9C37A-58FC-4CCE-B108-061DF658E501}" srcOrd="0" destOrd="0" presId="urn:microsoft.com/office/officeart/2008/layout/IncreasingCircleProcess"/>
    <dgm:cxn modelId="{0D7F3199-057E-469C-BAB5-58C1214C7009}" type="presOf" srcId="{949ADE39-1C46-4636-AB73-5401C75C2808}" destId="{EBC9089D-1719-40F1-BC27-E92A182E37D8}" srcOrd="0" destOrd="2" presId="urn:microsoft.com/office/officeart/2008/layout/IncreasingCircleProcess"/>
    <dgm:cxn modelId="{16E309A0-E816-401E-8BD6-29FD301DC3B7}" srcId="{167D61E8-007B-430C-8F23-76CFED6DA1F1}" destId="{1AAE60C7-EA74-4B60-8DD6-9C30212284D7}" srcOrd="1" destOrd="0" parTransId="{C8B7FD59-E4F5-4EB7-83F8-59C065A3976D}" sibTransId="{71573DDF-8AF3-4948-8182-2E900B09F994}"/>
    <dgm:cxn modelId="{322F86A1-7807-487E-94D9-FD93DF1D35B9}" type="presOf" srcId="{759591F8-F0E7-4504-A31B-7E3202E70D3C}" destId="{4E6CBB98-B2F5-4D95-A1F1-AA28760F055D}" srcOrd="0" destOrd="0" presId="urn:microsoft.com/office/officeart/2008/layout/IncreasingCircleProcess"/>
    <dgm:cxn modelId="{8BE8DBA2-594F-4442-AFEC-55B349D54D10}" type="presOf" srcId="{92F8A553-2E5C-40E9-8A98-EB43607E0F19}" destId="{546EF0A0-B51A-4E28-8A7E-6A2B38DCED14}" srcOrd="0" destOrd="1" presId="urn:microsoft.com/office/officeart/2008/layout/IncreasingCircleProcess"/>
    <dgm:cxn modelId="{DF07B2B0-E7EC-41BB-9E45-902811C06DDE}" type="presOf" srcId="{56F94CE8-8447-409D-ADDA-E361FDE079A4}" destId="{EBEDA757-09CF-4396-B03A-1CD7F4729914}" srcOrd="0" destOrd="0" presId="urn:microsoft.com/office/officeart/2008/layout/IncreasingCircleProcess"/>
    <dgm:cxn modelId="{467A99B8-9AE7-43A6-B5EB-DF27FDCFB8EC}" type="presOf" srcId="{ABB2B7B8-7E5A-45B6-80B9-EB3E78C6D989}" destId="{EBC9089D-1719-40F1-BC27-E92A182E37D8}" srcOrd="0" destOrd="0" presId="urn:microsoft.com/office/officeart/2008/layout/IncreasingCircleProcess"/>
    <dgm:cxn modelId="{C1BA0DC3-B548-400E-88BC-30541B432047}" srcId="{56F94CE8-8447-409D-ADDA-E361FDE079A4}" destId="{CCC51F7C-6A25-4A54-8443-45E32D0E52EB}" srcOrd="2" destOrd="0" parTransId="{7CEC2EA7-3D6C-487E-BC24-81A6130F70F3}" sibTransId="{CA9D761E-0B56-4D54-BE4F-C58624801029}"/>
    <dgm:cxn modelId="{5C0993D6-112A-41AA-A488-0C0D90E7EA4B}" srcId="{167D61E8-007B-430C-8F23-76CFED6DA1F1}" destId="{5142FA6C-22DF-4141-B0A0-D1B83CE1D5FF}" srcOrd="0" destOrd="0" parTransId="{6406CD54-2DF6-4855-B7CF-B5ED14FAB921}" sibTransId="{86E0CF99-5391-4DED-8CAF-ECB370AB8511}"/>
    <dgm:cxn modelId="{4D5327EB-C335-4CD2-9033-37965D4C26D5}" type="presOf" srcId="{1AAE60C7-EA74-4B60-8DD6-9C30212284D7}" destId="{62A9C37A-58FC-4CCE-B108-061DF658E501}" srcOrd="0" destOrd="1" presId="urn:microsoft.com/office/officeart/2008/layout/IncreasingCircleProcess"/>
    <dgm:cxn modelId="{8A3C8EEB-685B-4712-A29F-8B7FAA374449}" srcId="{56F94CE8-8447-409D-ADDA-E361FDE079A4}" destId="{D85D747F-818C-4DA1-A779-96E6BDFF9636}" srcOrd="3" destOrd="0" parTransId="{DD4FA21B-E37C-4528-8722-BD1EF38E695C}" sibTransId="{943EEC88-C0C9-4B54-8D28-90958FDE8B92}"/>
    <dgm:cxn modelId="{495F24F4-3327-483E-89FD-9A01E6FB1A30}" srcId="{31A6C06B-97E2-4AE8-A507-290BFD540C73}" destId="{56F94CE8-8447-409D-ADDA-E361FDE079A4}" srcOrd="0" destOrd="0" parTransId="{0E734C71-39F9-4A62-B1E2-712D90D564CB}" sibTransId="{F2C4CDA3-A879-41F1-AC29-F25DBBE72641}"/>
    <dgm:cxn modelId="{2615C0FC-1051-4219-813C-3DEB92DBB758}" type="presOf" srcId="{5AF80E18-21E1-41BF-94F6-D74339EE0C82}" destId="{546EF0A0-B51A-4E28-8A7E-6A2B38DCED14}" srcOrd="0" destOrd="0" presId="urn:microsoft.com/office/officeart/2008/layout/IncreasingCircleProcess"/>
    <dgm:cxn modelId="{4A794791-6565-4E90-8DBD-4779F5DB9C56}" type="presParOf" srcId="{D50E2832-E1A6-4E5C-8F72-4049EBADF4A5}" destId="{BAF22C30-1042-43D5-A2EC-7AA64E076979}" srcOrd="0" destOrd="0" presId="urn:microsoft.com/office/officeart/2008/layout/IncreasingCircleProcess"/>
    <dgm:cxn modelId="{8114A27F-A647-447F-A5FD-DA0124B300C9}" type="presParOf" srcId="{BAF22C30-1042-43D5-A2EC-7AA64E076979}" destId="{A1844340-A0F0-40F7-B008-7D7C86283209}" srcOrd="0" destOrd="0" presId="urn:microsoft.com/office/officeart/2008/layout/IncreasingCircleProcess"/>
    <dgm:cxn modelId="{BE944782-B73B-4B83-94F9-32754C81F3C1}" type="presParOf" srcId="{BAF22C30-1042-43D5-A2EC-7AA64E076979}" destId="{687E3DDD-EA48-4C7F-824F-840A43DD9783}" srcOrd="1" destOrd="0" presId="urn:microsoft.com/office/officeart/2008/layout/IncreasingCircleProcess"/>
    <dgm:cxn modelId="{28736B4E-F891-4C07-B05D-4D5E8D6D28A7}" type="presParOf" srcId="{BAF22C30-1042-43D5-A2EC-7AA64E076979}" destId="{546EF0A0-B51A-4E28-8A7E-6A2B38DCED14}" srcOrd="2" destOrd="0" presId="urn:microsoft.com/office/officeart/2008/layout/IncreasingCircleProcess"/>
    <dgm:cxn modelId="{9795B98C-6D2D-4F8A-9FCB-684C11FFC591}" type="presParOf" srcId="{BAF22C30-1042-43D5-A2EC-7AA64E076979}" destId="{EBEDA757-09CF-4396-B03A-1CD7F4729914}" srcOrd="3" destOrd="0" presId="urn:microsoft.com/office/officeart/2008/layout/IncreasingCircleProcess"/>
    <dgm:cxn modelId="{C88C383F-02EC-4F3C-AA61-8033133383DA}" type="presParOf" srcId="{D50E2832-E1A6-4E5C-8F72-4049EBADF4A5}" destId="{BF6C6B09-4E58-411E-B50F-0A9A89DA9BC2}" srcOrd="1" destOrd="0" presId="urn:microsoft.com/office/officeart/2008/layout/IncreasingCircleProcess"/>
    <dgm:cxn modelId="{85EFF7BC-0642-4085-A82E-530571E42006}" type="presParOf" srcId="{D50E2832-E1A6-4E5C-8F72-4049EBADF4A5}" destId="{C7773493-C03F-43CD-AD84-51BDADB813CF}" srcOrd="2" destOrd="0" presId="urn:microsoft.com/office/officeart/2008/layout/IncreasingCircleProcess"/>
    <dgm:cxn modelId="{9E6AEF75-197F-42BB-B5B7-AB13CA93A101}" type="presParOf" srcId="{C7773493-C03F-43CD-AD84-51BDADB813CF}" destId="{FFA6F4EE-1CCC-4EDE-819C-872CE5ACC648}" srcOrd="0" destOrd="0" presId="urn:microsoft.com/office/officeart/2008/layout/IncreasingCircleProcess"/>
    <dgm:cxn modelId="{72DB73C4-99E3-4CAF-BC89-0C60309658D7}" type="presParOf" srcId="{C7773493-C03F-43CD-AD84-51BDADB813CF}" destId="{1AAF1F52-2D1E-4275-972B-7731B60346CA}" srcOrd="1" destOrd="0" presId="urn:microsoft.com/office/officeart/2008/layout/IncreasingCircleProcess"/>
    <dgm:cxn modelId="{11DD702E-0872-4221-9430-4B94C0ECF154}" type="presParOf" srcId="{C7773493-C03F-43CD-AD84-51BDADB813CF}" destId="{EBC9089D-1719-40F1-BC27-E92A182E37D8}" srcOrd="2" destOrd="0" presId="urn:microsoft.com/office/officeart/2008/layout/IncreasingCircleProcess"/>
    <dgm:cxn modelId="{225FF306-63F8-4C94-9509-C7FDE2ACF1ED}" type="presParOf" srcId="{C7773493-C03F-43CD-AD84-51BDADB813CF}" destId="{4E6CBB98-B2F5-4D95-A1F1-AA28760F055D}" srcOrd="3" destOrd="0" presId="urn:microsoft.com/office/officeart/2008/layout/IncreasingCircleProcess"/>
    <dgm:cxn modelId="{BC380B50-DDD9-4D94-85D5-86E3687A7DB6}" type="presParOf" srcId="{D50E2832-E1A6-4E5C-8F72-4049EBADF4A5}" destId="{13EF0575-69A2-4061-BDB5-203804538B91}" srcOrd="3" destOrd="0" presId="urn:microsoft.com/office/officeart/2008/layout/IncreasingCircleProcess"/>
    <dgm:cxn modelId="{EE65B5B7-7E4C-4FE4-A95F-278B940288CA}" type="presParOf" srcId="{D50E2832-E1A6-4E5C-8F72-4049EBADF4A5}" destId="{FC14328B-30FC-442A-818F-6123462913C2}" srcOrd="4" destOrd="0" presId="urn:microsoft.com/office/officeart/2008/layout/IncreasingCircleProcess"/>
    <dgm:cxn modelId="{C497B29D-47B4-435E-B449-C431A0FB0C4C}" type="presParOf" srcId="{FC14328B-30FC-442A-818F-6123462913C2}" destId="{5774498C-823F-4FAC-B751-FFAFE7E59BCD}" srcOrd="0" destOrd="0" presId="urn:microsoft.com/office/officeart/2008/layout/IncreasingCircleProcess"/>
    <dgm:cxn modelId="{BB45098D-313F-47BB-8DBB-710C9763277F}" type="presParOf" srcId="{FC14328B-30FC-442A-818F-6123462913C2}" destId="{7B7EABCA-D002-4CC9-9BFA-EAC639B13A6F}" srcOrd="1" destOrd="0" presId="urn:microsoft.com/office/officeart/2008/layout/IncreasingCircleProcess"/>
    <dgm:cxn modelId="{D927ECDB-F03C-4E7F-8D02-F667063A5936}" type="presParOf" srcId="{FC14328B-30FC-442A-818F-6123462913C2}" destId="{62A9C37A-58FC-4CCE-B108-061DF658E501}" srcOrd="2" destOrd="0" presId="urn:microsoft.com/office/officeart/2008/layout/IncreasingCircleProcess"/>
    <dgm:cxn modelId="{70F0245E-5972-48CD-A851-54D1E957662A}" type="presParOf" srcId="{FC14328B-30FC-442A-818F-6123462913C2}" destId="{5A5411F7-500F-4869-93AC-841A924AB307}" srcOrd="3" destOrd="0" presId="urn:microsoft.com/office/officeart/2008/layout/Increasing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EEA2D97-70E7-4303-A4A6-0F29424BF42C}" type="doc">
      <dgm:prSet loTypeId="urn:microsoft.com/office/officeart/2005/8/layout/hList9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CBDD2098-85D4-47EF-84FA-7CA3F5B77F9C}">
      <dgm:prSet phldrT="[文本]"/>
      <dgm:spPr/>
      <dgm:t>
        <a:bodyPr/>
        <a:lstStyle/>
        <a:p>
          <a:r>
            <a:rPr lang="zh-CN" altLang="en-US" dirty="0"/>
            <a:t>供给端</a:t>
          </a:r>
        </a:p>
      </dgm:t>
    </dgm:pt>
    <dgm:pt modelId="{A442C3AD-FF70-42B2-B555-B7EB4913E347}" type="parTrans" cxnId="{C4992041-CEE8-4D2C-812C-12F9AC44C4E1}">
      <dgm:prSet/>
      <dgm:spPr/>
      <dgm:t>
        <a:bodyPr/>
        <a:lstStyle/>
        <a:p>
          <a:endParaRPr lang="zh-CN" altLang="en-US"/>
        </a:p>
      </dgm:t>
    </dgm:pt>
    <dgm:pt modelId="{38A1609A-95CC-4F76-8EE5-ED8690A6547D}" type="sibTrans" cxnId="{C4992041-CEE8-4D2C-812C-12F9AC44C4E1}">
      <dgm:prSet/>
      <dgm:spPr/>
      <dgm:t>
        <a:bodyPr/>
        <a:lstStyle/>
        <a:p>
          <a:endParaRPr lang="zh-CN" altLang="en-US"/>
        </a:p>
      </dgm:t>
    </dgm:pt>
    <dgm:pt modelId="{C19A1282-1E14-4948-8881-BC437B1B5E6B}">
      <dgm:prSet phldrT="[文本]" custT="1"/>
      <dgm:spPr/>
      <dgm:t>
        <a:bodyPr/>
        <a:lstStyle/>
        <a:p>
          <a:r>
            <a:rPr lang="zh-CN" altLang="en-US" sz="1800" dirty="0"/>
            <a:t>产品可视化，线上带看</a:t>
          </a:r>
        </a:p>
      </dgm:t>
    </dgm:pt>
    <dgm:pt modelId="{FA545A17-7A54-4F67-BB4C-C6BC97418315}" type="parTrans" cxnId="{BEEBD6E5-DC43-4A55-BAD3-00467028A412}">
      <dgm:prSet/>
      <dgm:spPr/>
      <dgm:t>
        <a:bodyPr/>
        <a:lstStyle/>
        <a:p>
          <a:endParaRPr lang="zh-CN" altLang="en-US"/>
        </a:p>
      </dgm:t>
    </dgm:pt>
    <dgm:pt modelId="{27DF464C-E1EE-4EAB-839F-85A9B0A7D589}" type="sibTrans" cxnId="{BEEBD6E5-DC43-4A55-BAD3-00467028A412}">
      <dgm:prSet/>
      <dgm:spPr/>
      <dgm:t>
        <a:bodyPr/>
        <a:lstStyle/>
        <a:p>
          <a:endParaRPr lang="zh-CN" altLang="en-US"/>
        </a:p>
      </dgm:t>
    </dgm:pt>
    <dgm:pt modelId="{2A0ED9C3-8FFD-45F1-AA48-7671D838E8A8}">
      <dgm:prSet phldrT="[文本]" custT="1"/>
      <dgm:spPr/>
      <dgm:t>
        <a:bodyPr/>
        <a:lstStyle/>
        <a:p>
          <a:r>
            <a:rPr lang="zh-CN" altLang="en-US" sz="1800" dirty="0"/>
            <a:t>全息动态空置数据</a:t>
          </a:r>
        </a:p>
      </dgm:t>
    </dgm:pt>
    <dgm:pt modelId="{3B0B3AB1-16EA-41BA-ADDE-347FCB4F4F10}" type="parTrans" cxnId="{E0EF6AB4-A52F-4613-95D6-FC52D07D1B07}">
      <dgm:prSet/>
      <dgm:spPr/>
      <dgm:t>
        <a:bodyPr/>
        <a:lstStyle/>
        <a:p>
          <a:endParaRPr lang="zh-CN" altLang="en-US"/>
        </a:p>
      </dgm:t>
    </dgm:pt>
    <dgm:pt modelId="{C6825E73-7076-45DF-B117-319BFCCBDAB0}" type="sibTrans" cxnId="{E0EF6AB4-A52F-4613-95D6-FC52D07D1B07}">
      <dgm:prSet/>
      <dgm:spPr/>
      <dgm:t>
        <a:bodyPr/>
        <a:lstStyle/>
        <a:p>
          <a:endParaRPr lang="zh-CN" altLang="en-US"/>
        </a:p>
      </dgm:t>
    </dgm:pt>
    <dgm:pt modelId="{180374D4-7152-4887-97A5-433E16ED5B8A}">
      <dgm:prSet phldrT="[文本]"/>
      <dgm:spPr/>
      <dgm:t>
        <a:bodyPr/>
        <a:lstStyle/>
        <a:p>
          <a:r>
            <a:rPr lang="zh-CN" altLang="en-US" dirty="0"/>
            <a:t>需求端</a:t>
          </a:r>
        </a:p>
      </dgm:t>
    </dgm:pt>
    <dgm:pt modelId="{7737BA28-C5DB-4100-ABB2-955F158D79A3}" type="parTrans" cxnId="{EEB57235-9DB3-415B-A4FB-A016223F7898}">
      <dgm:prSet/>
      <dgm:spPr/>
      <dgm:t>
        <a:bodyPr/>
        <a:lstStyle/>
        <a:p>
          <a:endParaRPr lang="zh-CN" altLang="en-US"/>
        </a:p>
      </dgm:t>
    </dgm:pt>
    <dgm:pt modelId="{4C9180AA-B234-4F24-9769-84B2550C1F62}" type="sibTrans" cxnId="{EEB57235-9DB3-415B-A4FB-A016223F7898}">
      <dgm:prSet/>
      <dgm:spPr/>
      <dgm:t>
        <a:bodyPr/>
        <a:lstStyle/>
        <a:p>
          <a:endParaRPr lang="zh-CN" altLang="en-US"/>
        </a:p>
      </dgm:t>
    </dgm:pt>
    <dgm:pt modelId="{4D222561-419B-4B44-920D-17249CD8CAD6}">
      <dgm:prSet phldrT="[文本]" custT="1"/>
      <dgm:spPr/>
      <dgm:t>
        <a:bodyPr/>
        <a:lstStyle/>
        <a:p>
          <a:r>
            <a:rPr lang="zh-CN" altLang="en-US" sz="1800" dirty="0"/>
            <a:t>阿里生态</a:t>
          </a:r>
        </a:p>
      </dgm:t>
    </dgm:pt>
    <dgm:pt modelId="{5275F683-EE16-44D4-B699-90D36EF89DF3}" type="parTrans" cxnId="{D174BE5C-7348-4BB1-AD31-935648B69C48}">
      <dgm:prSet/>
      <dgm:spPr/>
      <dgm:t>
        <a:bodyPr/>
        <a:lstStyle/>
        <a:p>
          <a:endParaRPr lang="zh-CN" altLang="en-US"/>
        </a:p>
      </dgm:t>
    </dgm:pt>
    <dgm:pt modelId="{C57D8216-3AFA-4469-A67E-D7DA8DCFBE31}" type="sibTrans" cxnId="{D174BE5C-7348-4BB1-AD31-935648B69C48}">
      <dgm:prSet/>
      <dgm:spPr/>
      <dgm:t>
        <a:bodyPr/>
        <a:lstStyle/>
        <a:p>
          <a:endParaRPr lang="zh-CN" altLang="en-US"/>
        </a:p>
      </dgm:t>
    </dgm:pt>
    <dgm:pt modelId="{0FE21BB5-ADA1-48D3-B299-EFF2FB383AA0}">
      <dgm:prSet phldrT="[文本]" custT="1"/>
      <dgm:spPr/>
      <dgm:t>
        <a:bodyPr/>
        <a:lstStyle/>
        <a:p>
          <a:r>
            <a:rPr lang="en-US" altLang="zh-CN" sz="1800" dirty="0"/>
            <a:t> </a:t>
          </a:r>
          <a:r>
            <a:rPr lang="zh-CN" altLang="en-US" sz="1800" dirty="0"/>
            <a:t>市场信息</a:t>
          </a:r>
          <a:endParaRPr lang="en-US" altLang="zh-CN" sz="1800" dirty="0"/>
        </a:p>
        <a:p>
          <a:r>
            <a:rPr lang="zh-CN" altLang="en-US" sz="1600" dirty="0">
              <a:latin typeface="华文楷体" panose="02010600040101010101" pitchFamily="2" charset="-122"/>
              <a:ea typeface="华文楷体" panose="02010600040101010101" pitchFamily="2" charset="-122"/>
            </a:rPr>
            <a:t>招聘信息、招投标</a:t>
          </a:r>
          <a:endParaRPr lang="zh-CN" altLang="en-US" sz="1600" dirty="0"/>
        </a:p>
      </dgm:t>
    </dgm:pt>
    <dgm:pt modelId="{635D65A1-B826-4BA8-8B01-A4B874539481}" type="parTrans" cxnId="{D7A16849-474F-499D-8222-B3DBF873DBD2}">
      <dgm:prSet/>
      <dgm:spPr/>
      <dgm:t>
        <a:bodyPr/>
        <a:lstStyle/>
        <a:p>
          <a:endParaRPr lang="zh-CN" altLang="en-US"/>
        </a:p>
      </dgm:t>
    </dgm:pt>
    <dgm:pt modelId="{2AA172EB-F3F2-4D5E-A2F3-E9B3F4DB732E}" type="sibTrans" cxnId="{D7A16849-474F-499D-8222-B3DBF873DBD2}">
      <dgm:prSet/>
      <dgm:spPr/>
      <dgm:t>
        <a:bodyPr/>
        <a:lstStyle/>
        <a:p>
          <a:endParaRPr lang="zh-CN" altLang="en-US"/>
        </a:p>
      </dgm:t>
    </dgm:pt>
    <dgm:pt modelId="{CE4BD3C3-47F6-4CA3-AAD8-2E21795FBAE7}">
      <dgm:prSet phldrT="[文本]" custT="1"/>
      <dgm:spPr/>
      <dgm:t>
        <a:bodyPr/>
        <a:lstStyle/>
        <a:p>
          <a:r>
            <a:rPr lang="zh-CN" altLang="en-US" sz="1800" dirty="0"/>
            <a:t>政府信息</a:t>
          </a:r>
          <a:br>
            <a:rPr lang="en-US" altLang="zh-CN" dirty="0"/>
          </a:br>
          <a:r>
            <a:rPr lang="zh-CN" altLang="en-US" sz="1600" dirty="0">
              <a:latin typeface="华文楷体" panose="02010600040101010101" pitchFamily="2" charset="-122"/>
              <a:ea typeface="华文楷体" panose="02010600040101010101" pitchFamily="2" charset="-122"/>
            </a:rPr>
            <a:t>新工商注册、纳税、融资、新注册知识产权数量</a:t>
          </a:r>
          <a:endParaRPr lang="en-US" altLang="zh-CN" sz="1600" dirty="0">
            <a:latin typeface="华文楷体" panose="02010600040101010101" pitchFamily="2" charset="-122"/>
            <a:ea typeface="华文楷体" panose="02010600040101010101" pitchFamily="2" charset="-122"/>
          </a:endParaRPr>
        </a:p>
        <a:p>
          <a:r>
            <a:rPr lang="zh-CN" altLang="en-US" sz="1600" dirty="0">
              <a:latin typeface="楷体" panose="02010609060101010101" pitchFamily="49" charset="-122"/>
              <a:ea typeface="楷体" panose="02010609060101010101" pitchFamily="49" charset="-122"/>
            </a:rPr>
            <a:t>投促局</a:t>
          </a:r>
          <a:r>
            <a:rPr lang="en-US" altLang="zh-CN" sz="1600" dirty="0">
              <a:latin typeface="楷体" panose="02010609060101010101" pitchFamily="49" charset="-122"/>
              <a:ea typeface="楷体" panose="02010609060101010101" pitchFamily="49" charset="-122"/>
            </a:rPr>
            <a:t>CIM</a:t>
          </a:r>
          <a:r>
            <a:rPr lang="zh-CN" altLang="en-US" sz="1600" dirty="0">
              <a:latin typeface="楷体" panose="02010609060101010101" pitchFamily="49" charset="-122"/>
              <a:ea typeface="楷体" panose="02010609060101010101" pitchFamily="49" charset="-122"/>
            </a:rPr>
            <a:t>系统数据</a:t>
          </a:r>
        </a:p>
      </dgm:t>
    </dgm:pt>
    <dgm:pt modelId="{9F25F461-49D8-4202-AC28-9FB3F6AAB75C}" type="parTrans" cxnId="{E1AB8C66-61DB-4C06-8AFB-7510D119E1FF}">
      <dgm:prSet/>
      <dgm:spPr/>
      <dgm:t>
        <a:bodyPr/>
        <a:lstStyle/>
        <a:p>
          <a:endParaRPr lang="zh-CN" altLang="en-US"/>
        </a:p>
      </dgm:t>
    </dgm:pt>
    <dgm:pt modelId="{434640CA-704C-4819-9D55-41C80C4275F8}" type="sibTrans" cxnId="{E1AB8C66-61DB-4C06-8AFB-7510D119E1FF}">
      <dgm:prSet/>
      <dgm:spPr/>
      <dgm:t>
        <a:bodyPr/>
        <a:lstStyle/>
        <a:p>
          <a:endParaRPr lang="zh-CN" altLang="en-US"/>
        </a:p>
      </dgm:t>
    </dgm:pt>
    <dgm:pt modelId="{515CF756-5C1A-402D-B939-56FBA6D25C56}">
      <dgm:prSet phldrT="[文本]" custT="1"/>
      <dgm:spPr/>
      <dgm:t>
        <a:bodyPr/>
        <a:lstStyle/>
        <a:p>
          <a:r>
            <a:rPr lang="zh-CN" altLang="en-US" sz="1800" dirty="0"/>
            <a:t>针对细分客户的定制宣传工具</a:t>
          </a:r>
        </a:p>
      </dgm:t>
    </dgm:pt>
    <dgm:pt modelId="{F41BABDA-6398-4E15-8292-8E1944A80116}" type="parTrans" cxnId="{83580D8B-F1BA-4727-9A5B-10A268CD61C6}">
      <dgm:prSet/>
      <dgm:spPr/>
      <dgm:t>
        <a:bodyPr/>
        <a:lstStyle/>
        <a:p>
          <a:endParaRPr lang="zh-CN" altLang="en-US"/>
        </a:p>
      </dgm:t>
    </dgm:pt>
    <dgm:pt modelId="{3B1840B6-A254-46E1-8792-B82437A745E9}" type="sibTrans" cxnId="{83580D8B-F1BA-4727-9A5B-10A268CD61C6}">
      <dgm:prSet/>
      <dgm:spPr/>
      <dgm:t>
        <a:bodyPr/>
        <a:lstStyle/>
        <a:p>
          <a:endParaRPr lang="zh-CN" altLang="en-US"/>
        </a:p>
      </dgm:t>
    </dgm:pt>
    <dgm:pt modelId="{69C1B5AD-4E8E-41A1-BF4D-2AC931441871}" type="pres">
      <dgm:prSet presAssocID="{1EEA2D97-70E7-4303-A4A6-0F29424BF42C}" presName="list" presStyleCnt="0">
        <dgm:presLayoutVars>
          <dgm:dir/>
          <dgm:animLvl val="lvl"/>
        </dgm:presLayoutVars>
      </dgm:prSet>
      <dgm:spPr/>
    </dgm:pt>
    <dgm:pt modelId="{AC611F95-7EBA-426A-AC81-A3031EC69CA6}" type="pres">
      <dgm:prSet presAssocID="{CBDD2098-85D4-47EF-84FA-7CA3F5B77F9C}" presName="posSpace" presStyleCnt="0"/>
      <dgm:spPr/>
    </dgm:pt>
    <dgm:pt modelId="{BD4638FA-A15E-4763-A154-A9C7F1534DF4}" type="pres">
      <dgm:prSet presAssocID="{CBDD2098-85D4-47EF-84FA-7CA3F5B77F9C}" presName="vertFlow" presStyleCnt="0"/>
      <dgm:spPr/>
    </dgm:pt>
    <dgm:pt modelId="{158CE68E-EC3D-4A2F-A199-EBD2AB68A616}" type="pres">
      <dgm:prSet presAssocID="{CBDD2098-85D4-47EF-84FA-7CA3F5B77F9C}" presName="topSpace" presStyleCnt="0"/>
      <dgm:spPr/>
    </dgm:pt>
    <dgm:pt modelId="{D60F8F0D-8D55-4120-8A3F-2F6AB22AC6CE}" type="pres">
      <dgm:prSet presAssocID="{CBDD2098-85D4-47EF-84FA-7CA3F5B77F9C}" presName="firstComp" presStyleCnt="0"/>
      <dgm:spPr/>
    </dgm:pt>
    <dgm:pt modelId="{69D77CC5-6BD6-45A7-A2B7-F7F6ECD0681C}" type="pres">
      <dgm:prSet presAssocID="{CBDD2098-85D4-47EF-84FA-7CA3F5B77F9C}" presName="firstChild" presStyleLbl="bgAccFollowNode1" presStyleIdx="0" presStyleCnt="6"/>
      <dgm:spPr/>
    </dgm:pt>
    <dgm:pt modelId="{70838621-9C87-4BB0-BF58-6E8B916E6528}" type="pres">
      <dgm:prSet presAssocID="{CBDD2098-85D4-47EF-84FA-7CA3F5B77F9C}" presName="firstChildTx" presStyleLbl="bgAccFollowNode1" presStyleIdx="0" presStyleCnt="6">
        <dgm:presLayoutVars>
          <dgm:bulletEnabled val="1"/>
        </dgm:presLayoutVars>
      </dgm:prSet>
      <dgm:spPr/>
    </dgm:pt>
    <dgm:pt modelId="{9CBADBA5-95B7-4ED3-856A-36DF859C1B0E}" type="pres">
      <dgm:prSet presAssocID="{2A0ED9C3-8FFD-45F1-AA48-7671D838E8A8}" presName="comp" presStyleCnt="0"/>
      <dgm:spPr/>
    </dgm:pt>
    <dgm:pt modelId="{95504BB3-5019-4B86-99A0-FACB2E27DACE}" type="pres">
      <dgm:prSet presAssocID="{2A0ED9C3-8FFD-45F1-AA48-7671D838E8A8}" presName="child" presStyleLbl="bgAccFollowNode1" presStyleIdx="1" presStyleCnt="6"/>
      <dgm:spPr/>
    </dgm:pt>
    <dgm:pt modelId="{631C896E-0C67-4B00-9E0D-B837CAF85357}" type="pres">
      <dgm:prSet presAssocID="{2A0ED9C3-8FFD-45F1-AA48-7671D838E8A8}" presName="childTx" presStyleLbl="bgAccFollowNode1" presStyleIdx="1" presStyleCnt="6">
        <dgm:presLayoutVars>
          <dgm:bulletEnabled val="1"/>
        </dgm:presLayoutVars>
      </dgm:prSet>
      <dgm:spPr/>
    </dgm:pt>
    <dgm:pt modelId="{ABBC904F-08B0-4905-A30D-D9BC9715D543}" type="pres">
      <dgm:prSet presAssocID="{515CF756-5C1A-402D-B939-56FBA6D25C56}" presName="comp" presStyleCnt="0"/>
      <dgm:spPr/>
    </dgm:pt>
    <dgm:pt modelId="{F420378F-D958-4040-8904-9352D15F6A4C}" type="pres">
      <dgm:prSet presAssocID="{515CF756-5C1A-402D-B939-56FBA6D25C56}" presName="child" presStyleLbl="bgAccFollowNode1" presStyleIdx="2" presStyleCnt="6"/>
      <dgm:spPr/>
    </dgm:pt>
    <dgm:pt modelId="{48D7B5C4-43EA-4AB8-8B6E-80D5F2E2D124}" type="pres">
      <dgm:prSet presAssocID="{515CF756-5C1A-402D-B939-56FBA6D25C56}" presName="childTx" presStyleLbl="bgAccFollowNode1" presStyleIdx="2" presStyleCnt="6">
        <dgm:presLayoutVars>
          <dgm:bulletEnabled val="1"/>
        </dgm:presLayoutVars>
      </dgm:prSet>
      <dgm:spPr/>
    </dgm:pt>
    <dgm:pt modelId="{4E4A61A3-4B98-429C-AEA9-2AB09E8C5158}" type="pres">
      <dgm:prSet presAssocID="{CBDD2098-85D4-47EF-84FA-7CA3F5B77F9C}" presName="negSpace" presStyleCnt="0"/>
      <dgm:spPr/>
    </dgm:pt>
    <dgm:pt modelId="{22C6D16C-A674-45A0-BD08-EA52B0EBD35D}" type="pres">
      <dgm:prSet presAssocID="{CBDD2098-85D4-47EF-84FA-7CA3F5B77F9C}" presName="circle" presStyleLbl="node1" presStyleIdx="0" presStyleCnt="2" custLinFactNeighborX="704" custLinFactNeighborY="-39610"/>
      <dgm:spPr/>
    </dgm:pt>
    <dgm:pt modelId="{689FE69C-171B-4E95-BC1B-F19DE8AF1353}" type="pres">
      <dgm:prSet presAssocID="{38A1609A-95CC-4F76-8EE5-ED8690A6547D}" presName="transSpace" presStyleCnt="0"/>
      <dgm:spPr/>
    </dgm:pt>
    <dgm:pt modelId="{6FF11FAB-7AFF-4BBD-88D4-B7CF4B28F098}" type="pres">
      <dgm:prSet presAssocID="{180374D4-7152-4887-97A5-433E16ED5B8A}" presName="posSpace" presStyleCnt="0"/>
      <dgm:spPr/>
    </dgm:pt>
    <dgm:pt modelId="{3C92783D-7607-4886-8E5D-699C9E0EB85B}" type="pres">
      <dgm:prSet presAssocID="{180374D4-7152-4887-97A5-433E16ED5B8A}" presName="vertFlow" presStyleCnt="0"/>
      <dgm:spPr/>
    </dgm:pt>
    <dgm:pt modelId="{D896778F-EA64-4929-844F-CA143D6C5B14}" type="pres">
      <dgm:prSet presAssocID="{180374D4-7152-4887-97A5-433E16ED5B8A}" presName="topSpace" presStyleCnt="0"/>
      <dgm:spPr/>
    </dgm:pt>
    <dgm:pt modelId="{0F17955D-F320-4BB3-B67D-556B644CDACB}" type="pres">
      <dgm:prSet presAssocID="{180374D4-7152-4887-97A5-433E16ED5B8A}" presName="firstComp" presStyleCnt="0"/>
      <dgm:spPr/>
    </dgm:pt>
    <dgm:pt modelId="{9E699B67-0127-4E9B-88B8-0A3CCCA7DAEF}" type="pres">
      <dgm:prSet presAssocID="{180374D4-7152-4887-97A5-433E16ED5B8A}" presName="firstChild" presStyleLbl="bgAccFollowNode1" presStyleIdx="3" presStyleCnt="6"/>
      <dgm:spPr/>
    </dgm:pt>
    <dgm:pt modelId="{81335274-890F-440B-B750-1C4AA922ABEA}" type="pres">
      <dgm:prSet presAssocID="{180374D4-7152-4887-97A5-433E16ED5B8A}" presName="firstChildTx" presStyleLbl="bgAccFollowNode1" presStyleIdx="3" presStyleCnt="6">
        <dgm:presLayoutVars>
          <dgm:bulletEnabled val="1"/>
        </dgm:presLayoutVars>
      </dgm:prSet>
      <dgm:spPr/>
    </dgm:pt>
    <dgm:pt modelId="{FB4AC1BC-1E2A-4A30-8526-6998B731922B}" type="pres">
      <dgm:prSet presAssocID="{CE4BD3C3-47F6-4CA3-AAD8-2E21795FBAE7}" presName="comp" presStyleCnt="0"/>
      <dgm:spPr/>
    </dgm:pt>
    <dgm:pt modelId="{67293DBE-A9B7-4AF9-9817-2958FD1B5AB3}" type="pres">
      <dgm:prSet presAssocID="{CE4BD3C3-47F6-4CA3-AAD8-2E21795FBAE7}" presName="child" presStyleLbl="bgAccFollowNode1" presStyleIdx="4" presStyleCnt="6"/>
      <dgm:spPr/>
    </dgm:pt>
    <dgm:pt modelId="{27C78DF3-E6EB-4542-BD43-5785EC675358}" type="pres">
      <dgm:prSet presAssocID="{CE4BD3C3-47F6-4CA3-AAD8-2E21795FBAE7}" presName="childTx" presStyleLbl="bgAccFollowNode1" presStyleIdx="4" presStyleCnt="6">
        <dgm:presLayoutVars>
          <dgm:bulletEnabled val="1"/>
        </dgm:presLayoutVars>
      </dgm:prSet>
      <dgm:spPr/>
    </dgm:pt>
    <dgm:pt modelId="{7A4BC376-3345-4085-B52B-8903E9CF8501}" type="pres">
      <dgm:prSet presAssocID="{0FE21BB5-ADA1-48D3-B299-EFF2FB383AA0}" presName="comp" presStyleCnt="0"/>
      <dgm:spPr/>
    </dgm:pt>
    <dgm:pt modelId="{4C7D54C2-FA51-4D10-AA0D-05FE1EC113EB}" type="pres">
      <dgm:prSet presAssocID="{0FE21BB5-ADA1-48D3-B299-EFF2FB383AA0}" presName="child" presStyleLbl="bgAccFollowNode1" presStyleIdx="5" presStyleCnt="6"/>
      <dgm:spPr/>
    </dgm:pt>
    <dgm:pt modelId="{D3914A9A-6EE0-4245-839B-6175DF93C7E4}" type="pres">
      <dgm:prSet presAssocID="{0FE21BB5-ADA1-48D3-B299-EFF2FB383AA0}" presName="childTx" presStyleLbl="bgAccFollowNode1" presStyleIdx="5" presStyleCnt="6">
        <dgm:presLayoutVars>
          <dgm:bulletEnabled val="1"/>
        </dgm:presLayoutVars>
      </dgm:prSet>
      <dgm:spPr/>
    </dgm:pt>
    <dgm:pt modelId="{2389565E-1430-42FF-8F21-2913E7464F30}" type="pres">
      <dgm:prSet presAssocID="{180374D4-7152-4887-97A5-433E16ED5B8A}" presName="negSpace" presStyleCnt="0"/>
      <dgm:spPr/>
    </dgm:pt>
    <dgm:pt modelId="{3EEE961E-0C9F-428B-AE0C-0788759C2206}" type="pres">
      <dgm:prSet presAssocID="{180374D4-7152-4887-97A5-433E16ED5B8A}" presName="circle" presStyleLbl="node1" presStyleIdx="1" presStyleCnt="2"/>
      <dgm:spPr/>
    </dgm:pt>
  </dgm:ptLst>
  <dgm:cxnLst>
    <dgm:cxn modelId="{607B2D2D-040B-4242-A2C8-B8C099847470}" type="presOf" srcId="{1EEA2D97-70E7-4303-A4A6-0F29424BF42C}" destId="{69C1B5AD-4E8E-41A1-BF4D-2AC931441871}" srcOrd="0" destOrd="0" presId="urn:microsoft.com/office/officeart/2005/8/layout/hList9"/>
    <dgm:cxn modelId="{EEB57235-9DB3-415B-A4FB-A016223F7898}" srcId="{1EEA2D97-70E7-4303-A4A6-0F29424BF42C}" destId="{180374D4-7152-4887-97A5-433E16ED5B8A}" srcOrd="1" destOrd="0" parTransId="{7737BA28-C5DB-4100-ABB2-955F158D79A3}" sibTransId="{4C9180AA-B234-4F24-9769-84B2550C1F62}"/>
    <dgm:cxn modelId="{688F9E3A-B922-49ED-B9F8-D07916C766B2}" type="presOf" srcId="{0FE21BB5-ADA1-48D3-B299-EFF2FB383AA0}" destId="{4C7D54C2-FA51-4D10-AA0D-05FE1EC113EB}" srcOrd="0" destOrd="0" presId="urn:microsoft.com/office/officeart/2005/8/layout/hList9"/>
    <dgm:cxn modelId="{1DEECA3E-BD05-4EFE-AE03-A2A4C3BBF0C6}" type="presOf" srcId="{2A0ED9C3-8FFD-45F1-AA48-7671D838E8A8}" destId="{631C896E-0C67-4B00-9E0D-B837CAF85357}" srcOrd="1" destOrd="0" presId="urn:microsoft.com/office/officeart/2005/8/layout/hList9"/>
    <dgm:cxn modelId="{D174BE5C-7348-4BB1-AD31-935648B69C48}" srcId="{180374D4-7152-4887-97A5-433E16ED5B8A}" destId="{4D222561-419B-4B44-920D-17249CD8CAD6}" srcOrd="0" destOrd="0" parTransId="{5275F683-EE16-44D4-B699-90D36EF89DF3}" sibTransId="{C57D8216-3AFA-4469-A67E-D7DA8DCFBE31}"/>
    <dgm:cxn modelId="{C4992041-CEE8-4D2C-812C-12F9AC44C4E1}" srcId="{1EEA2D97-70E7-4303-A4A6-0F29424BF42C}" destId="{CBDD2098-85D4-47EF-84FA-7CA3F5B77F9C}" srcOrd="0" destOrd="0" parTransId="{A442C3AD-FF70-42B2-B555-B7EB4913E347}" sibTransId="{38A1609A-95CC-4F76-8EE5-ED8690A6547D}"/>
    <dgm:cxn modelId="{400B7A61-045F-46DF-900A-E65F4E66784C}" type="presOf" srcId="{C19A1282-1E14-4948-8881-BC437B1B5E6B}" destId="{69D77CC5-6BD6-45A7-A2B7-F7F6ECD0681C}" srcOrd="0" destOrd="0" presId="urn:microsoft.com/office/officeart/2005/8/layout/hList9"/>
    <dgm:cxn modelId="{E1AB8C66-61DB-4C06-8AFB-7510D119E1FF}" srcId="{180374D4-7152-4887-97A5-433E16ED5B8A}" destId="{CE4BD3C3-47F6-4CA3-AAD8-2E21795FBAE7}" srcOrd="1" destOrd="0" parTransId="{9F25F461-49D8-4202-AC28-9FB3F6AAB75C}" sibTransId="{434640CA-704C-4819-9D55-41C80C4275F8}"/>
    <dgm:cxn modelId="{D7A16849-474F-499D-8222-B3DBF873DBD2}" srcId="{180374D4-7152-4887-97A5-433E16ED5B8A}" destId="{0FE21BB5-ADA1-48D3-B299-EFF2FB383AA0}" srcOrd="2" destOrd="0" parTransId="{635D65A1-B826-4BA8-8B01-A4B874539481}" sibTransId="{2AA172EB-F3F2-4D5E-A2F3-E9B3F4DB732E}"/>
    <dgm:cxn modelId="{D183AC49-197B-4785-AE0F-1C0DCD25D2E9}" type="presOf" srcId="{CE4BD3C3-47F6-4CA3-AAD8-2E21795FBAE7}" destId="{27C78DF3-E6EB-4542-BD43-5785EC675358}" srcOrd="1" destOrd="0" presId="urn:microsoft.com/office/officeart/2005/8/layout/hList9"/>
    <dgm:cxn modelId="{EAC35477-8C32-4DAB-B667-FC2DEEDACF6A}" type="presOf" srcId="{CE4BD3C3-47F6-4CA3-AAD8-2E21795FBAE7}" destId="{67293DBE-A9B7-4AF9-9817-2958FD1B5AB3}" srcOrd="0" destOrd="0" presId="urn:microsoft.com/office/officeart/2005/8/layout/hList9"/>
    <dgm:cxn modelId="{2A1DD282-F923-447D-9A1C-046BF9378B48}" type="presOf" srcId="{4D222561-419B-4B44-920D-17249CD8CAD6}" destId="{9E699B67-0127-4E9B-88B8-0A3CCCA7DAEF}" srcOrd="0" destOrd="0" presId="urn:microsoft.com/office/officeart/2005/8/layout/hList9"/>
    <dgm:cxn modelId="{71832985-8186-401C-A252-3A3833DBE68F}" type="presOf" srcId="{515CF756-5C1A-402D-B939-56FBA6D25C56}" destId="{48D7B5C4-43EA-4AB8-8B6E-80D5F2E2D124}" srcOrd="1" destOrd="0" presId="urn:microsoft.com/office/officeart/2005/8/layout/hList9"/>
    <dgm:cxn modelId="{83580D8B-F1BA-4727-9A5B-10A268CD61C6}" srcId="{CBDD2098-85D4-47EF-84FA-7CA3F5B77F9C}" destId="{515CF756-5C1A-402D-B939-56FBA6D25C56}" srcOrd="2" destOrd="0" parTransId="{F41BABDA-6398-4E15-8292-8E1944A80116}" sibTransId="{3B1840B6-A254-46E1-8792-B82437A745E9}"/>
    <dgm:cxn modelId="{E0EF6AB4-A52F-4613-95D6-FC52D07D1B07}" srcId="{CBDD2098-85D4-47EF-84FA-7CA3F5B77F9C}" destId="{2A0ED9C3-8FFD-45F1-AA48-7671D838E8A8}" srcOrd="1" destOrd="0" parTransId="{3B0B3AB1-16EA-41BA-ADDE-347FCB4F4F10}" sibTransId="{C6825E73-7076-45DF-B117-319BFCCBDAB0}"/>
    <dgm:cxn modelId="{6F4220BC-7DDA-4A3B-A415-0469B4C38FAC}" type="presOf" srcId="{515CF756-5C1A-402D-B939-56FBA6D25C56}" destId="{F420378F-D958-4040-8904-9352D15F6A4C}" srcOrd="0" destOrd="0" presId="urn:microsoft.com/office/officeart/2005/8/layout/hList9"/>
    <dgm:cxn modelId="{8D134FD6-031C-445F-B64F-2E7693D83A05}" type="presOf" srcId="{0FE21BB5-ADA1-48D3-B299-EFF2FB383AA0}" destId="{D3914A9A-6EE0-4245-839B-6175DF93C7E4}" srcOrd="1" destOrd="0" presId="urn:microsoft.com/office/officeart/2005/8/layout/hList9"/>
    <dgm:cxn modelId="{EE633CD9-BD11-4967-8B99-BAF9C6978A29}" type="presOf" srcId="{180374D4-7152-4887-97A5-433E16ED5B8A}" destId="{3EEE961E-0C9F-428B-AE0C-0788759C2206}" srcOrd="0" destOrd="0" presId="urn:microsoft.com/office/officeart/2005/8/layout/hList9"/>
    <dgm:cxn modelId="{BEEBD6E5-DC43-4A55-BAD3-00467028A412}" srcId="{CBDD2098-85D4-47EF-84FA-7CA3F5B77F9C}" destId="{C19A1282-1E14-4948-8881-BC437B1B5E6B}" srcOrd="0" destOrd="0" parTransId="{FA545A17-7A54-4F67-BB4C-C6BC97418315}" sibTransId="{27DF464C-E1EE-4EAB-839F-85A9B0A7D589}"/>
    <dgm:cxn modelId="{851F99E8-364A-4248-AC00-467D11F9062A}" type="presOf" srcId="{CBDD2098-85D4-47EF-84FA-7CA3F5B77F9C}" destId="{22C6D16C-A674-45A0-BD08-EA52B0EBD35D}" srcOrd="0" destOrd="0" presId="urn:microsoft.com/office/officeart/2005/8/layout/hList9"/>
    <dgm:cxn modelId="{95A743F0-9DB5-4A4F-B326-947E71597740}" type="presOf" srcId="{C19A1282-1E14-4948-8881-BC437B1B5E6B}" destId="{70838621-9C87-4BB0-BF58-6E8B916E6528}" srcOrd="1" destOrd="0" presId="urn:microsoft.com/office/officeart/2005/8/layout/hList9"/>
    <dgm:cxn modelId="{FFCD3AFA-73AC-42A0-AF46-6B8C540381CD}" type="presOf" srcId="{2A0ED9C3-8FFD-45F1-AA48-7671D838E8A8}" destId="{95504BB3-5019-4B86-99A0-FACB2E27DACE}" srcOrd="0" destOrd="0" presId="urn:microsoft.com/office/officeart/2005/8/layout/hList9"/>
    <dgm:cxn modelId="{74FF28FF-F687-43B0-843E-D53F47495FA4}" type="presOf" srcId="{4D222561-419B-4B44-920D-17249CD8CAD6}" destId="{81335274-890F-440B-B750-1C4AA922ABEA}" srcOrd="1" destOrd="0" presId="urn:microsoft.com/office/officeart/2005/8/layout/hList9"/>
    <dgm:cxn modelId="{09ECB303-E564-4B17-A440-0BED8BBE5FD1}" type="presParOf" srcId="{69C1B5AD-4E8E-41A1-BF4D-2AC931441871}" destId="{AC611F95-7EBA-426A-AC81-A3031EC69CA6}" srcOrd="0" destOrd="0" presId="urn:microsoft.com/office/officeart/2005/8/layout/hList9"/>
    <dgm:cxn modelId="{6488FA59-E906-40D2-BB52-A3DF7038D135}" type="presParOf" srcId="{69C1B5AD-4E8E-41A1-BF4D-2AC931441871}" destId="{BD4638FA-A15E-4763-A154-A9C7F1534DF4}" srcOrd="1" destOrd="0" presId="urn:microsoft.com/office/officeart/2005/8/layout/hList9"/>
    <dgm:cxn modelId="{1CC9064F-F5C4-466E-A583-C468ED8DD2F2}" type="presParOf" srcId="{BD4638FA-A15E-4763-A154-A9C7F1534DF4}" destId="{158CE68E-EC3D-4A2F-A199-EBD2AB68A616}" srcOrd="0" destOrd="0" presId="urn:microsoft.com/office/officeart/2005/8/layout/hList9"/>
    <dgm:cxn modelId="{C948C6C2-B073-4193-9D3F-18CDC8590232}" type="presParOf" srcId="{BD4638FA-A15E-4763-A154-A9C7F1534DF4}" destId="{D60F8F0D-8D55-4120-8A3F-2F6AB22AC6CE}" srcOrd="1" destOrd="0" presId="urn:microsoft.com/office/officeart/2005/8/layout/hList9"/>
    <dgm:cxn modelId="{70FFC50A-23A3-4B03-A0BF-E82701E098EE}" type="presParOf" srcId="{D60F8F0D-8D55-4120-8A3F-2F6AB22AC6CE}" destId="{69D77CC5-6BD6-45A7-A2B7-F7F6ECD0681C}" srcOrd="0" destOrd="0" presId="urn:microsoft.com/office/officeart/2005/8/layout/hList9"/>
    <dgm:cxn modelId="{B0A8528F-0861-4067-A555-3246D79F3A3F}" type="presParOf" srcId="{D60F8F0D-8D55-4120-8A3F-2F6AB22AC6CE}" destId="{70838621-9C87-4BB0-BF58-6E8B916E6528}" srcOrd="1" destOrd="0" presId="urn:microsoft.com/office/officeart/2005/8/layout/hList9"/>
    <dgm:cxn modelId="{C33F9556-E627-4FFA-88D9-9F01B0BFBBA0}" type="presParOf" srcId="{BD4638FA-A15E-4763-A154-A9C7F1534DF4}" destId="{9CBADBA5-95B7-4ED3-856A-36DF859C1B0E}" srcOrd="2" destOrd="0" presId="urn:microsoft.com/office/officeart/2005/8/layout/hList9"/>
    <dgm:cxn modelId="{E8DBC39E-F03E-435C-B25B-C6DCB84D1299}" type="presParOf" srcId="{9CBADBA5-95B7-4ED3-856A-36DF859C1B0E}" destId="{95504BB3-5019-4B86-99A0-FACB2E27DACE}" srcOrd="0" destOrd="0" presId="urn:microsoft.com/office/officeart/2005/8/layout/hList9"/>
    <dgm:cxn modelId="{0F0A1911-8618-4AD0-B31C-CAB37EA1166E}" type="presParOf" srcId="{9CBADBA5-95B7-4ED3-856A-36DF859C1B0E}" destId="{631C896E-0C67-4B00-9E0D-B837CAF85357}" srcOrd="1" destOrd="0" presId="urn:microsoft.com/office/officeart/2005/8/layout/hList9"/>
    <dgm:cxn modelId="{5A8A5A9E-A417-42AB-A91B-14E7F3E7707A}" type="presParOf" srcId="{BD4638FA-A15E-4763-A154-A9C7F1534DF4}" destId="{ABBC904F-08B0-4905-A30D-D9BC9715D543}" srcOrd="3" destOrd="0" presId="urn:microsoft.com/office/officeart/2005/8/layout/hList9"/>
    <dgm:cxn modelId="{7978F9A1-109E-4E5C-93C5-6A30C512EB4D}" type="presParOf" srcId="{ABBC904F-08B0-4905-A30D-D9BC9715D543}" destId="{F420378F-D958-4040-8904-9352D15F6A4C}" srcOrd="0" destOrd="0" presId="urn:microsoft.com/office/officeart/2005/8/layout/hList9"/>
    <dgm:cxn modelId="{366DAD70-1A0C-4660-8DC9-3B1D8A083BC8}" type="presParOf" srcId="{ABBC904F-08B0-4905-A30D-D9BC9715D543}" destId="{48D7B5C4-43EA-4AB8-8B6E-80D5F2E2D124}" srcOrd="1" destOrd="0" presId="urn:microsoft.com/office/officeart/2005/8/layout/hList9"/>
    <dgm:cxn modelId="{88D3180F-160B-44B3-8E44-630E715A0BC9}" type="presParOf" srcId="{69C1B5AD-4E8E-41A1-BF4D-2AC931441871}" destId="{4E4A61A3-4B98-429C-AEA9-2AB09E8C5158}" srcOrd="2" destOrd="0" presId="urn:microsoft.com/office/officeart/2005/8/layout/hList9"/>
    <dgm:cxn modelId="{A635AF78-8589-45B8-ACFE-FD87617C8A63}" type="presParOf" srcId="{69C1B5AD-4E8E-41A1-BF4D-2AC931441871}" destId="{22C6D16C-A674-45A0-BD08-EA52B0EBD35D}" srcOrd="3" destOrd="0" presId="urn:microsoft.com/office/officeart/2005/8/layout/hList9"/>
    <dgm:cxn modelId="{7AA80A31-31DA-409D-9A7A-3DDB95D7E47E}" type="presParOf" srcId="{69C1B5AD-4E8E-41A1-BF4D-2AC931441871}" destId="{689FE69C-171B-4E95-BC1B-F19DE8AF1353}" srcOrd="4" destOrd="0" presId="urn:microsoft.com/office/officeart/2005/8/layout/hList9"/>
    <dgm:cxn modelId="{C2375ADD-4F22-489E-AC6B-C5786CE96F2F}" type="presParOf" srcId="{69C1B5AD-4E8E-41A1-BF4D-2AC931441871}" destId="{6FF11FAB-7AFF-4BBD-88D4-B7CF4B28F098}" srcOrd="5" destOrd="0" presId="urn:microsoft.com/office/officeart/2005/8/layout/hList9"/>
    <dgm:cxn modelId="{E4C7370F-11CA-4295-8EA8-430ADBB689B0}" type="presParOf" srcId="{69C1B5AD-4E8E-41A1-BF4D-2AC931441871}" destId="{3C92783D-7607-4886-8E5D-699C9E0EB85B}" srcOrd="6" destOrd="0" presId="urn:microsoft.com/office/officeart/2005/8/layout/hList9"/>
    <dgm:cxn modelId="{6B92218E-6A68-48E8-8192-FAAFCE3E6E46}" type="presParOf" srcId="{3C92783D-7607-4886-8E5D-699C9E0EB85B}" destId="{D896778F-EA64-4929-844F-CA143D6C5B14}" srcOrd="0" destOrd="0" presId="urn:microsoft.com/office/officeart/2005/8/layout/hList9"/>
    <dgm:cxn modelId="{86C9333A-0339-4A02-84B3-A0EA5A566085}" type="presParOf" srcId="{3C92783D-7607-4886-8E5D-699C9E0EB85B}" destId="{0F17955D-F320-4BB3-B67D-556B644CDACB}" srcOrd="1" destOrd="0" presId="urn:microsoft.com/office/officeart/2005/8/layout/hList9"/>
    <dgm:cxn modelId="{8EE4476D-2A06-4603-92FB-09D4B0CFA3E5}" type="presParOf" srcId="{0F17955D-F320-4BB3-B67D-556B644CDACB}" destId="{9E699B67-0127-4E9B-88B8-0A3CCCA7DAEF}" srcOrd="0" destOrd="0" presId="urn:microsoft.com/office/officeart/2005/8/layout/hList9"/>
    <dgm:cxn modelId="{C1FA1890-BF23-4135-886D-93462BC3365C}" type="presParOf" srcId="{0F17955D-F320-4BB3-B67D-556B644CDACB}" destId="{81335274-890F-440B-B750-1C4AA922ABEA}" srcOrd="1" destOrd="0" presId="urn:microsoft.com/office/officeart/2005/8/layout/hList9"/>
    <dgm:cxn modelId="{5E994A90-8BBE-4F26-861F-C3F3CC367761}" type="presParOf" srcId="{3C92783D-7607-4886-8E5D-699C9E0EB85B}" destId="{FB4AC1BC-1E2A-4A30-8526-6998B731922B}" srcOrd="2" destOrd="0" presId="urn:microsoft.com/office/officeart/2005/8/layout/hList9"/>
    <dgm:cxn modelId="{C5D6C277-F13B-4304-A4CC-BAA20B238676}" type="presParOf" srcId="{FB4AC1BC-1E2A-4A30-8526-6998B731922B}" destId="{67293DBE-A9B7-4AF9-9817-2958FD1B5AB3}" srcOrd="0" destOrd="0" presId="urn:microsoft.com/office/officeart/2005/8/layout/hList9"/>
    <dgm:cxn modelId="{5A098B36-FE1A-4B9A-BA11-065C49400A58}" type="presParOf" srcId="{FB4AC1BC-1E2A-4A30-8526-6998B731922B}" destId="{27C78DF3-E6EB-4542-BD43-5785EC675358}" srcOrd="1" destOrd="0" presId="urn:microsoft.com/office/officeart/2005/8/layout/hList9"/>
    <dgm:cxn modelId="{89E62DE8-7769-472D-AA03-7FE5F3DBD0DF}" type="presParOf" srcId="{3C92783D-7607-4886-8E5D-699C9E0EB85B}" destId="{7A4BC376-3345-4085-B52B-8903E9CF8501}" srcOrd="3" destOrd="0" presId="urn:microsoft.com/office/officeart/2005/8/layout/hList9"/>
    <dgm:cxn modelId="{E8367148-5A12-4BDF-B0AD-0666AF56C930}" type="presParOf" srcId="{7A4BC376-3345-4085-B52B-8903E9CF8501}" destId="{4C7D54C2-FA51-4D10-AA0D-05FE1EC113EB}" srcOrd="0" destOrd="0" presId="urn:microsoft.com/office/officeart/2005/8/layout/hList9"/>
    <dgm:cxn modelId="{EDDD8818-A5FB-47EE-A9D8-DEAC5BFCA68F}" type="presParOf" srcId="{7A4BC376-3345-4085-B52B-8903E9CF8501}" destId="{D3914A9A-6EE0-4245-839B-6175DF93C7E4}" srcOrd="1" destOrd="0" presId="urn:microsoft.com/office/officeart/2005/8/layout/hList9"/>
    <dgm:cxn modelId="{8788A602-C6C2-4E2A-80DE-BB8792E3C2E6}" type="presParOf" srcId="{69C1B5AD-4E8E-41A1-BF4D-2AC931441871}" destId="{2389565E-1430-42FF-8F21-2913E7464F30}" srcOrd="7" destOrd="0" presId="urn:microsoft.com/office/officeart/2005/8/layout/hList9"/>
    <dgm:cxn modelId="{20846B1A-843E-4BB8-8329-1A371085327C}" type="presParOf" srcId="{69C1B5AD-4E8E-41A1-BF4D-2AC931441871}" destId="{3EEE961E-0C9F-428B-AE0C-0788759C2206}" srcOrd="8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844340-A0F0-40F7-B008-7D7C86283209}">
      <dsp:nvSpPr>
        <dsp:cNvPr id="0" name=""/>
        <dsp:cNvSpPr/>
      </dsp:nvSpPr>
      <dsp:spPr>
        <a:xfrm>
          <a:off x="2039" y="0"/>
          <a:ext cx="625732" cy="62573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7E3DDD-EA48-4C7F-824F-840A43DD9783}">
      <dsp:nvSpPr>
        <dsp:cNvPr id="0" name=""/>
        <dsp:cNvSpPr/>
      </dsp:nvSpPr>
      <dsp:spPr>
        <a:xfrm>
          <a:off x="64612" y="62573"/>
          <a:ext cx="500586" cy="500586"/>
        </a:xfrm>
        <a:prstGeom prst="chord">
          <a:avLst>
            <a:gd name="adj1" fmla="val 1168272"/>
            <a:gd name="adj2" fmla="val 963172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6EF0A0-B51A-4E28-8A7E-6A2B38DCED14}">
      <dsp:nvSpPr>
        <dsp:cNvPr id="0" name=""/>
        <dsp:cNvSpPr/>
      </dsp:nvSpPr>
      <dsp:spPr>
        <a:xfrm>
          <a:off x="758132" y="625732"/>
          <a:ext cx="1851126" cy="26332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48260" rIns="48260" bIns="4826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kern="1200" dirty="0"/>
            <a:t>产业主题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kern="1200" dirty="0"/>
            <a:t>行业方向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kern="1200" dirty="0"/>
            <a:t>客户需求洞察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kern="1200"/>
            <a:t>空间</a:t>
          </a:r>
          <a:r>
            <a:rPr lang="zh-CN" altLang="en-US" sz="1900" kern="1200" dirty="0"/>
            <a:t>产品细分</a:t>
          </a:r>
        </a:p>
      </dsp:txBody>
      <dsp:txXfrm>
        <a:off x="758132" y="625732"/>
        <a:ext cx="1851126" cy="2633292"/>
      </dsp:txXfrm>
    </dsp:sp>
    <dsp:sp modelId="{EBEDA757-09CF-4396-B03A-1CD7F4729914}">
      <dsp:nvSpPr>
        <dsp:cNvPr id="0" name=""/>
        <dsp:cNvSpPr/>
      </dsp:nvSpPr>
      <dsp:spPr>
        <a:xfrm>
          <a:off x="758132" y="0"/>
          <a:ext cx="1851126" cy="625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48260" rIns="48260" bIns="48260" numCol="1" spcCol="1270" anchor="b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b="1" kern="1200" dirty="0">
              <a:solidFill>
                <a:schemeClr val="accent4"/>
              </a:solidFill>
            </a:rPr>
            <a:t>园区主题定位</a:t>
          </a:r>
        </a:p>
      </dsp:txBody>
      <dsp:txXfrm>
        <a:off x="758132" y="0"/>
        <a:ext cx="1851126" cy="625732"/>
      </dsp:txXfrm>
    </dsp:sp>
    <dsp:sp modelId="{FFA6F4EE-1CCC-4EDE-819C-872CE5ACC648}">
      <dsp:nvSpPr>
        <dsp:cNvPr id="0" name=""/>
        <dsp:cNvSpPr/>
      </dsp:nvSpPr>
      <dsp:spPr>
        <a:xfrm>
          <a:off x="2739620" y="0"/>
          <a:ext cx="625732" cy="62573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AF1F52-2D1E-4275-972B-7731B60346CA}">
      <dsp:nvSpPr>
        <dsp:cNvPr id="0" name=""/>
        <dsp:cNvSpPr/>
      </dsp:nvSpPr>
      <dsp:spPr>
        <a:xfrm>
          <a:off x="2802193" y="62573"/>
          <a:ext cx="500586" cy="500586"/>
        </a:xfrm>
        <a:prstGeom prst="chord">
          <a:avLst>
            <a:gd name="adj1" fmla="val 20431728"/>
            <a:gd name="adj2" fmla="val 11968272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C9089D-1719-40F1-BC27-E92A182E37D8}">
      <dsp:nvSpPr>
        <dsp:cNvPr id="0" name=""/>
        <dsp:cNvSpPr/>
      </dsp:nvSpPr>
      <dsp:spPr>
        <a:xfrm>
          <a:off x="3495714" y="625732"/>
          <a:ext cx="1851126" cy="26332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48260" rIns="48260" bIns="4826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kern="1200" dirty="0"/>
            <a:t>邀约到访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kern="1200" dirty="0"/>
            <a:t>租赁谈判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kern="1200" dirty="0"/>
            <a:t>合同签约</a:t>
          </a:r>
        </a:p>
      </dsp:txBody>
      <dsp:txXfrm>
        <a:off x="3495714" y="625732"/>
        <a:ext cx="1851126" cy="2633292"/>
      </dsp:txXfrm>
    </dsp:sp>
    <dsp:sp modelId="{4E6CBB98-B2F5-4D95-A1F1-AA28760F055D}">
      <dsp:nvSpPr>
        <dsp:cNvPr id="0" name=""/>
        <dsp:cNvSpPr/>
      </dsp:nvSpPr>
      <dsp:spPr>
        <a:xfrm>
          <a:off x="3495714" y="0"/>
          <a:ext cx="1851126" cy="625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48260" rIns="48260" bIns="48260" numCol="1" spcCol="1270" anchor="b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b="1" kern="1200" dirty="0">
              <a:solidFill>
                <a:schemeClr val="accent4"/>
              </a:solidFill>
            </a:rPr>
            <a:t>招商签约入驻</a:t>
          </a:r>
        </a:p>
      </dsp:txBody>
      <dsp:txXfrm>
        <a:off x="3495714" y="0"/>
        <a:ext cx="1851126" cy="625732"/>
      </dsp:txXfrm>
    </dsp:sp>
    <dsp:sp modelId="{5774498C-823F-4FAC-B751-FFAFE7E59BCD}">
      <dsp:nvSpPr>
        <dsp:cNvPr id="0" name=""/>
        <dsp:cNvSpPr/>
      </dsp:nvSpPr>
      <dsp:spPr>
        <a:xfrm>
          <a:off x="5477201" y="0"/>
          <a:ext cx="625732" cy="62573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7EABCA-D002-4CC9-9BFA-EAC639B13A6F}">
      <dsp:nvSpPr>
        <dsp:cNvPr id="0" name=""/>
        <dsp:cNvSpPr/>
      </dsp:nvSpPr>
      <dsp:spPr>
        <a:xfrm>
          <a:off x="5539774" y="62573"/>
          <a:ext cx="500586" cy="500586"/>
        </a:xfrm>
        <a:prstGeom prst="chord">
          <a:avLst>
            <a:gd name="adj1" fmla="val 162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A9C37A-58FC-4CCE-B108-061DF658E501}">
      <dsp:nvSpPr>
        <dsp:cNvPr id="0" name=""/>
        <dsp:cNvSpPr/>
      </dsp:nvSpPr>
      <dsp:spPr>
        <a:xfrm>
          <a:off x="6233295" y="625732"/>
          <a:ext cx="1851126" cy="26332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48260" rIns="48260" bIns="4826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kern="1200" dirty="0"/>
            <a:t>物业服务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kern="1200" dirty="0"/>
            <a:t>企业服务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900" kern="1200" dirty="0"/>
        </a:p>
      </dsp:txBody>
      <dsp:txXfrm>
        <a:off x="6233295" y="625732"/>
        <a:ext cx="1851126" cy="2633292"/>
      </dsp:txXfrm>
    </dsp:sp>
    <dsp:sp modelId="{5A5411F7-500F-4869-93AC-841A924AB307}">
      <dsp:nvSpPr>
        <dsp:cNvPr id="0" name=""/>
        <dsp:cNvSpPr/>
      </dsp:nvSpPr>
      <dsp:spPr>
        <a:xfrm>
          <a:off x="6106058" y="0"/>
          <a:ext cx="2105600" cy="625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48260" rIns="48260" bIns="48260" numCol="1" spcCol="1270" anchor="b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b="1" kern="1200" dirty="0">
              <a:solidFill>
                <a:schemeClr val="accent4"/>
              </a:solidFill>
            </a:rPr>
            <a:t>园区运营</a:t>
          </a:r>
          <a:r>
            <a:rPr lang="en-US" altLang="zh-CN" sz="1900" b="1" kern="1200" dirty="0">
              <a:solidFill>
                <a:schemeClr val="accent4"/>
              </a:solidFill>
            </a:rPr>
            <a:t>/</a:t>
          </a:r>
          <a:r>
            <a:rPr lang="zh-CN" altLang="en-US" sz="1900" b="1" kern="1200" dirty="0">
              <a:solidFill>
                <a:schemeClr val="accent4"/>
              </a:solidFill>
            </a:rPr>
            <a:t>企业服务</a:t>
          </a:r>
        </a:p>
      </dsp:txBody>
      <dsp:txXfrm>
        <a:off x="6106058" y="0"/>
        <a:ext cx="2105600" cy="6257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77CC5-6BD6-45A7-A2B7-F7F6ECD0681C}">
      <dsp:nvSpPr>
        <dsp:cNvPr id="0" name=""/>
        <dsp:cNvSpPr/>
      </dsp:nvSpPr>
      <dsp:spPr>
        <a:xfrm>
          <a:off x="1248727" y="602299"/>
          <a:ext cx="2258317" cy="150629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8016" rIns="128016" bIns="12801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产品可视化，线上带看</a:t>
          </a:r>
        </a:p>
      </dsp:txBody>
      <dsp:txXfrm>
        <a:off x="1610058" y="602299"/>
        <a:ext cx="1896987" cy="1506298"/>
      </dsp:txXfrm>
    </dsp:sp>
    <dsp:sp modelId="{95504BB3-5019-4B86-99A0-FACB2E27DACE}">
      <dsp:nvSpPr>
        <dsp:cNvPr id="0" name=""/>
        <dsp:cNvSpPr/>
      </dsp:nvSpPr>
      <dsp:spPr>
        <a:xfrm>
          <a:off x="1248727" y="2108597"/>
          <a:ext cx="2258317" cy="150629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8016" rIns="128016" bIns="12801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全息动态空置数据</a:t>
          </a:r>
        </a:p>
      </dsp:txBody>
      <dsp:txXfrm>
        <a:off x="1610058" y="2108597"/>
        <a:ext cx="1896987" cy="1506298"/>
      </dsp:txXfrm>
    </dsp:sp>
    <dsp:sp modelId="{F420378F-D958-4040-8904-9352D15F6A4C}">
      <dsp:nvSpPr>
        <dsp:cNvPr id="0" name=""/>
        <dsp:cNvSpPr/>
      </dsp:nvSpPr>
      <dsp:spPr>
        <a:xfrm>
          <a:off x="1248727" y="3614895"/>
          <a:ext cx="2258317" cy="150629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8016" rIns="128016" bIns="12801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针对细分客户的定制宣传工具</a:t>
          </a:r>
        </a:p>
      </dsp:txBody>
      <dsp:txXfrm>
        <a:off x="1610058" y="3614895"/>
        <a:ext cx="1896987" cy="1506298"/>
      </dsp:txXfrm>
    </dsp:sp>
    <dsp:sp modelId="{22C6D16C-A674-45A0-BD08-EA52B0EBD35D}">
      <dsp:nvSpPr>
        <dsp:cNvPr id="0" name=""/>
        <dsp:cNvSpPr/>
      </dsp:nvSpPr>
      <dsp:spPr>
        <a:xfrm>
          <a:off x="60189" y="0"/>
          <a:ext cx="1505545" cy="150554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500" kern="1200" dirty="0"/>
            <a:t>供给端</a:t>
          </a:r>
        </a:p>
      </dsp:txBody>
      <dsp:txXfrm>
        <a:off x="280671" y="220482"/>
        <a:ext cx="1064581" cy="1064581"/>
      </dsp:txXfrm>
    </dsp:sp>
    <dsp:sp modelId="{9E699B67-0127-4E9B-88B8-0A3CCCA7DAEF}">
      <dsp:nvSpPr>
        <dsp:cNvPr id="0" name=""/>
        <dsp:cNvSpPr/>
      </dsp:nvSpPr>
      <dsp:spPr>
        <a:xfrm>
          <a:off x="5012590" y="602299"/>
          <a:ext cx="2258317" cy="150629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8016" rIns="128016" bIns="12801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阿里生态</a:t>
          </a:r>
        </a:p>
      </dsp:txBody>
      <dsp:txXfrm>
        <a:off x="5373921" y="602299"/>
        <a:ext cx="1896987" cy="1506298"/>
      </dsp:txXfrm>
    </dsp:sp>
    <dsp:sp modelId="{67293DBE-A9B7-4AF9-9817-2958FD1B5AB3}">
      <dsp:nvSpPr>
        <dsp:cNvPr id="0" name=""/>
        <dsp:cNvSpPr/>
      </dsp:nvSpPr>
      <dsp:spPr>
        <a:xfrm>
          <a:off x="5012590" y="2108597"/>
          <a:ext cx="2258317" cy="150629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8016" rIns="128016" bIns="12801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政府信息</a:t>
          </a:r>
          <a:br>
            <a:rPr lang="en-US" altLang="zh-CN" kern="1200" dirty="0"/>
          </a:br>
          <a:r>
            <a:rPr lang="zh-CN" altLang="en-US" sz="1600" kern="1200" dirty="0">
              <a:latin typeface="华文楷体" panose="02010600040101010101" pitchFamily="2" charset="-122"/>
              <a:ea typeface="华文楷体" panose="02010600040101010101" pitchFamily="2" charset="-122"/>
            </a:rPr>
            <a:t>新工商注册、纳税、融资、新注册知识产权数量</a:t>
          </a:r>
          <a:endParaRPr lang="en-US" altLang="zh-CN" sz="1600" kern="1200" dirty="0">
            <a:latin typeface="华文楷体" panose="02010600040101010101" pitchFamily="2" charset="-122"/>
            <a:ea typeface="华文楷体" panose="02010600040101010101" pitchFamily="2" charset="-122"/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latin typeface="楷体" panose="02010609060101010101" pitchFamily="49" charset="-122"/>
              <a:ea typeface="楷体" panose="02010609060101010101" pitchFamily="49" charset="-122"/>
            </a:rPr>
            <a:t>投促局</a:t>
          </a:r>
          <a:r>
            <a:rPr lang="en-US" altLang="zh-CN" sz="1600" kern="1200" dirty="0">
              <a:latin typeface="楷体" panose="02010609060101010101" pitchFamily="49" charset="-122"/>
              <a:ea typeface="楷体" panose="02010609060101010101" pitchFamily="49" charset="-122"/>
            </a:rPr>
            <a:t>CIM</a:t>
          </a:r>
          <a:r>
            <a:rPr lang="zh-CN" altLang="en-US" sz="1600" kern="1200" dirty="0">
              <a:latin typeface="楷体" panose="02010609060101010101" pitchFamily="49" charset="-122"/>
              <a:ea typeface="楷体" panose="02010609060101010101" pitchFamily="49" charset="-122"/>
            </a:rPr>
            <a:t>系统数据</a:t>
          </a:r>
        </a:p>
      </dsp:txBody>
      <dsp:txXfrm>
        <a:off x="5373921" y="2108597"/>
        <a:ext cx="1896987" cy="1506298"/>
      </dsp:txXfrm>
    </dsp:sp>
    <dsp:sp modelId="{4C7D54C2-FA51-4D10-AA0D-05FE1EC113EB}">
      <dsp:nvSpPr>
        <dsp:cNvPr id="0" name=""/>
        <dsp:cNvSpPr/>
      </dsp:nvSpPr>
      <dsp:spPr>
        <a:xfrm>
          <a:off x="5012590" y="3614895"/>
          <a:ext cx="2258317" cy="150629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8016" rIns="128016" bIns="12801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/>
            <a:t> </a:t>
          </a:r>
          <a:r>
            <a:rPr lang="zh-CN" altLang="en-US" sz="1800" kern="1200" dirty="0"/>
            <a:t>市场信息</a:t>
          </a:r>
          <a:endParaRPr lang="en-US" altLang="zh-CN" sz="180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latin typeface="华文楷体" panose="02010600040101010101" pitchFamily="2" charset="-122"/>
              <a:ea typeface="华文楷体" panose="02010600040101010101" pitchFamily="2" charset="-122"/>
            </a:rPr>
            <a:t>招聘信息、招投标</a:t>
          </a:r>
          <a:endParaRPr lang="zh-CN" altLang="en-US" sz="1600" kern="1200" dirty="0"/>
        </a:p>
      </dsp:txBody>
      <dsp:txXfrm>
        <a:off x="5373921" y="3614895"/>
        <a:ext cx="1896987" cy="1506298"/>
      </dsp:txXfrm>
    </dsp:sp>
    <dsp:sp modelId="{3EEE961E-0C9F-428B-AE0C-0788759C2206}">
      <dsp:nvSpPr>
        <dsp:cNvPr id="0" name=""/>
        <dsp:cNvSpPr/>
      </dsp:nvSpPr>
      <dsp:spPr>
        <a:xfrm>
          <a:off x="3808154" y="81"/>
          <a:ext cx="1505545" cy="150554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500" kern="1200" dirty="0"/>
            <a:t>需求端</a:t>
          </a:r>
        </a:p>
      </dsp:txBody>
      <dsp:txXfrm>
        <a:off x="4028636" y="220563"/>
        <a:ext cx="1064581" cy="10645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IncreasingCircleProcess">
  <dgm:title val=""/>
  <dgm:desc val=""/>
  <dgm:catLst>
    <dgm:cat type="list" pri="8300"/>
    <dgm:cat type="process" pri="43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  <dgm:param type="horzAlign" val="ctr"/>
          <dgm:param type="vertAlign" val="t"/>
        </dgm:alg>
      </dgm:if>
      <dgm:else name="Name3">
        <dgm:alg type="lin">
          <dgm:param type="linDir" val="fromR"/>
          <dgm:param type="horzAlign" val="ctr"/>
          <dgm:param type="vertAlign" val="t"/>
        </dgm:alg>
      </dgm:else>
    </dgm:choose>
    <dgm:shape xmlns:r="http://schemas.openxmlformats.org/officeDocument/2006/relationships" r:blip="">
      <dgm:adjLst/>
    </dgm:shape>
    <dgm:constrLst>
      <dgm:constr type="primFontSz" for="des" forName="Child" val="65"/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05"/>
      <dgm:constr type="w" for="ch" forName="sibTrans" refType="h" refFor="ch" refForName="composite" op="equ" fact="0.04"/>
    </dgm:constrLst>
    <dgm:forEach name="nodesForEach" axis="ch" ptType="node" cnt="7">
      <dgm:layoutNode name="composite">
        <dgm:alg type="composite">
          <dgm:param type="ar" val="0.8"/>
        </dgm:alg>
        <dgm:choose name="Name4">
          <dgm:if name="Name5" func="var" arg="dir" op="equ" val="norm">
            <dgm:constrLst>
              <dgm:constr type="l" for="ch" forName="Child" refType="w" fact="0.29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l" for="ch" forName="Parent" refType="w" fact="0.29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l" for="ch" forName="BackAccent" refType="w" fact="0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l" for="ch" forName="Accent" refType="w" fact="0.024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if>
          <dgm:else name="Name6">
            <dgm:constrLst>
              <dgm:constr type="r" for="ch" forName="Child" refType="w" fact="0.71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r" for="ch" forName="Parent" refType="w" fact="0.71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r" for="ch" forName="BackAccent" refType="w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r" for="ch" forName="Accent" refType="w" fact="0.976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else>
        </dgm:choose>
        <dgm:layoutNode name="BackAccent" styleLbl="bgShp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Accent" styleLbl="alignNode1">
          <dgm:alg type="sp"/>
          <dgm:choose name="Name7">
            <dgm:if name="Name8" axis="precedSib" ptType="node" func="cnt" op="equ" val="0">
              <dgm:choose name="Name9">
                <dgm:if name="Name1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11" axis="followSib" ptType="node" func="cnt" op="equ" val="1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12" axis="followSib" ptType="node" func="cnt" op="equ" val="2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if name="Name13" axis="followSib" ptType="node" func="cnt" op="equ" val="3">
                  <dgm:shape xmlns:r="http://schemas.openxmlformats.org/officeDocument/2006/relationships" type="chord" r:blip="">
                    <dgm:adjLst>
                      <dgm:adj idx="1" val="30"/>
                      <dgm:adj idx="2" val="150"/>
                    </dgm:adjLst>
                  </dgm:shape>
                </dgm:if>
                <dgm:if name="Name14" axis="followSib" ptType="node" func="cnt" op="equ" val="4">
                  <dgm:shape xmlns:r="http://schemas.openxmlformats.org/officeDocument/2006/relationships" type="chord" r:blip="">
                    <dgm:adjLst>
                      <dgm:adj idx="1" val="38.8699"/>
                      <dgm:adj idx="2" val="143.1301"/>
                    </dgm:adjLst>
                  </dgm:shape>
                </dgm:if>
                <dgm:if name="Name15" axis="followSib" ptType="node" func="cnt" op="equ" val="5">
                  <dgm:shape xmlns:r="http://schemas.openxmlformats.org/officeDocument/2006/relationships" type="chord" r:blip="">
                    <dgm:adjLst>
                      <dgm:adj idx="1" val="41.8103"/>
                      <dgm:adj idx="2" val="138.1897"/>
                    </dgm:adjLst>
                  </dgm:shape>
                </dgm:if>
                <dgm:else name="Name16">
                  <dgm:shape xmlns:r="http://schemas.openxmlformats.org/officeDocument/2006/relationships" type="chord" r:blip="">
                    <dgm:adjLst>
                      <dgm:adj idx="1" val="45.5847"/>
                      <dgm:adj idx="2" val="134.4153"/>
                    </dgm:adjLst>
                  </dgm:shape>
                </dgm:else>
              </dgm:choose>
            </dgm:if>
            <dgm:if name="Name17" axis="precedSib" ptType="node" func="cnt" op="equ" val="1">
              <dgm:choose name="Name18">
                <dgm:if name="Name19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0" axis="followSib" ptType="node" func="cnt" op="equ" val="1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if name="Name21" axis="followSib" ptType="node" func="cnt" op="equ" val="2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22" axis="followSib" ptType="node" func="cnt" op="equ" val="3">
                  <dgm:shape xmlns:r="http://schemas.openxmlformats.org/officeDocument/2006/relationships" type="chord" r:blip="">
                    <dgm:adjLst>
                      <dgm:adj idx="1" val="11.537"/>
                      <dgm:adj idx="2" val="168.463"/>
                    </dgm:adjLst>
                  </dgm:shape>
                </dgm:if>
                <dgm:if name="Name23" axis="followSib" ptType="node" func="cnt" op="equ" val="4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else name="Name24">
                  <dgm:shape xmlns:r="http://schemas.openxmlformats.org/officeDocument/2006/relationships" type="chord" r:blip="">
                    <dgm:adjLst>
                      <dgm:adj idx="1" val="25.3769"/>
                      <dgm:adj idx="2" val="154.6231"/>
                    </dgm:adjLst>
                  </dgm:shape>
                </dgm:else>
              </dgm:choose>
            </dgm:if>
            <dgm:if name="Name25" axis="precedSib" ptType="node" func="cnt" op="equ" val="2">
              <dgm:choose name="Name26">
                <dgm:if name="Name27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8" axis="followSib" ptType="node" func="cnt" op="equ" val="1">
                  <dgm:shape xmlns:r="http://schemas.openxmlformats.org/officeDocument/2006/relationships" type="chord" r:blip="">
                    <dgm:adjLst>
                      <dgm:adj idx="1" val="-30"/>
                      <dgm:adj idx="2" val="-150"/>
                    </dgm:adjLst>
                  </dgm:shape>
                </dgm:if>
                <dgm:if name="Name29" axis="followSib" ptType="node" func="cnt" op="equ" val="2">
                  <dgm:shape xmlns:r="http://schemas.openxmlformats.org/officeDocument/2006/relationships" type="chord" r:blip="">
                    <dgm:adjLst>
                      <dgm:adj idx="1" val="-11.537"/>
                      <dgm:adj idx="2" val="-168.463"/>
                    </dgm:adjLst>
                  </dgm:shape>
                </dgm:if>
                <dgm:if name="Name30" axis="followSib" ptType="node" func="cnt" op="equ" val="3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else name="Name31">
                  <dgm:shape xmlns:r="http://schemas.openxmlformats.org/officeDocument/2006/relationships" type="chord" r:blip="">
                    <dgm:adjLst>
                      <dgm:adj idx="1" val="8.2133"/>
                      <dgm:adj idx="2" val="171.7867"/>
                    </dgm:adjLst>
                  </dgm:shape>
                </dgm:else>
              </dgm:choose>
            </dgm:if>
            <dgm:if name="Name32" axis="precedSib" ptType="node" func="cnt" op="equ" val="3">
              <dgm:choose name="Name33">
                <dgm:if name="Name34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35" axis="followSib" ptType="node" func="cnt" op="equ" val="1">
                  <dgm:shape xmlns:r="http://schemas.openxmlformats.org/officeDocument/2006/relationships" type="chord" r:blip="">
                    <dgm:adjLst>
                      <dgm:adj idx="1" val="-38.8699"/>
                      <dgm:adj idx="2" val="-143.1301"/>
                    </dgm:adjLst>
                  </dgm:shape>
                </dgm:if>
                <dgm:if name="Name36" axis="followSib" ptType="node" func="cnt" op="equ" val="2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else name="Name37">
                  <dgm:shape xmlns:r="http://schemas.openxmlformats.org/officeDocument/2006/relationships" type="chord" r:blip="">
                    <dgm:adjLst>
                      <dgm:adj idx="1" val="-8.2133"/>
                      <dgm:adj idx="2" val="-171.7867"/>
                    </dgm:adjLst>
                  </dgm:shape>
                </dgm:else>
              </dgm:choose>
            </dgm:if>
            <dgm:if name="Name38" axis="precedSib" ptType="node" func="cnt" op="equ" val="4">
              <dgm:choose name="Name39">
                <dgm:if name="Name4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41" axis="followSib" ptType="node" func="cnt" op="equ" val="1">
                  <dgm:shape xmlns:r="http://schemas.openxmlformats.org/officeDocument/2006/relationships" type="chord" r:blip="">
                    <dgm:adjLst>
                      <dgm:adj idx="1" val="-41.8103"/>
                      <dgm:adj idx="2" val="-138.1897"/>
                    </dgm:adjLst>
                  </dgm:shape>
                </dgm:if>
                <dgm:else name="Name42">
                  <dgm:shape xmlns:r="http://schemas.openxmlformats.org/officeDocument/2006/relationships" type="chord" r:blip="">
                    <dgm:adjLst>
                      <dgm:adj idx="1" val="-25.3769"/>
                      <dgm:adj idx="2" val="-154.6231"/>
                    </dgm:adjLst>
                  </dgm:shape>
                </dgm:else>
              </dgm:choose>
            </dgm:if>
            <dgm:if name="Name43" axis="precedSib" ptType="node" func="cnt" op="equ" val="5">
              <dgm:choose name="Name44">
                <dgm:if name="Name45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else name="Name46">
                  <dgm:shape xmlns:r="http://schemas.openxmlformats.org/officeDocument/2006/relationships" type="chord" r:blip="">
                    <dgm:adjLst>
                      <dgm:adj idx="1" val="-45.5847"/>
                      <dgm:adj idx="2" val="-134.4153"/>
                    </dgm:adjLst>
                  </dgm:shape>
                </dgm:else>
              </dgm:choose>
            </dgm:if>
            <dgm:else name="Name47">
              <dgm:shape xmlns:r="http://schemas.openxmlformats.org/officeDocument/2006/relationships" type="chord" r:blip="">
                <dgm:adjLst>
                  <dgm:adj idx="1" val="-90"/>
                  <dgm:adj idx="2" val="-90"/>
                </dgm:adjLst>
              </dgm:shape>
            </dgm:else>
          </dgm:choose>
          <dgm:presOf/>
        </dgm:layoutNode>
        <dgm:layoutNode name="Child" styleLbl="revTx">
          <dgm:varLst>
            <dgm:chMax val="0"/>
            <dgm:chPref val="0"/>
            <dgm:bulletEnabled val="1"/>
          </dgm:varLst>
          <dgm:choose name="Name48">
            <dgm:if name="Name49" func="var" arg="dir" op="equ" val="norm">
              <dgm:alg type="tx">
                <dgm:param type="parTxLTRAlign" val="l"/>
                <dgm:param type="parTxRTLAlign" val="l"/>
                <dgm:param type="txAnchorVert" val="t"/>
              </dgm:alg>
            </dgm:if>
            <dgm:else name="Name50">
              <dgm:alg type="tx">
                <dgm:param type="parTxLTRAlign" val="r"/>
                <dgm:param type="parTxRTLAlign" val="r"/>
                <dgm:param type="txAnchorVert" val="t"/>
              </dgm:alg>
            </dgm:else>
          </dgm:choose>
          <dgm:choose name="Name51">
            <dgm:if name="Name52" axis="ch" ptType="node" func="cnt" op="gte" val="1">
              <dgm:shape xmlns:r="http://schemas.openxmlformats.org/officeDocument/2006/relationships" type="rect" r:blip="">
                <dgm:adjLst/>
              </dgm:shape>
            </dgm:if>
            <dgm:else name="Name53">
              <dgm:shape xmlns:r="http://schemas.openxmlformats.org/officeDocument/2006/relationships" type="rect" r:blip="" hideGeom="1">
                <dgm:adjLst/>
              </dgm:shape>
            </dgm:else>
          </dgm:choose>
          <dgm:choose name="Name54">
            <dgm:if name="Name55" axis="ch" ptType="node" func="cnt" op="gte" val="1">
              <dgm:presOf axis="des" ptType="node"/>
            </dgm:if>
            <dgm:else name="Name56">
              <dgm:presOf/>
            </dgm:else>
          </dgm:choose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Parent" styleLbl="revTx">
          <dgm:varLst>
            <dgm:chMax val="1"/>
            <dgm:chPref val="1"/>
            <dgm:bulletEnabled val="1"/>
          </dgm:varLst>
          <dgm:choose name="Name57">
            <dgm:if name="Name58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txAnchorVertCh" val="b"/>
              </dgm:alg>
            </dgm:if>
            <dgm:else name="Name59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txAnchorVertCh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11/3/2023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11/3/2023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11/3/2023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11/3/2023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11/3/2023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11/3/2023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15CB61-9744-42AD-BE0C-B3AF337C2E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商务园区招商模式的数字化转型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175037F-0F2F-4087-947C-EF1559478B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7714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B7FFB2-6DA0-462B-94D8-83D72E307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传统的商务园区招商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924EB4-0555-44B6-9E5F-3759FCC9C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2148" y="2136317"/>
            <a:ext cx="7315200" cy="3000226"/>
          </a:xfrm>
        </p:spPr>
        <p:txBody>
          <a:bodyPr>
            <a:normAutofit/>
          </a:bodyPr>
          <a:lstStyle/>
          <a:p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70%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以上的租赁线索和客户来自于中介</a:t>
            </a:r>
            <a:endParaRPr lang="en-US" altLang="zh-CN" sz="16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来访签约转化率：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20%(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万科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</a:p>
          <a:p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线上推广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网络通路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+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新媒体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带来的签约不足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20%</a:t>
            </a:r>
          </a:p>
          <a:p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到期续约率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60%-70%</a:t>
            </a:r>
          </a:p>
          <a:p>
            <a:endParaRPr lang="zh-CN" altLang="en-US" sz="16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0646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3889D8-76F5-402B-BE06-32EE9F3D8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行业内渠道的占比和效率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0A146C-F6B6-4BA9-96A2-01EE26646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029D2E20-FC2D-4D42-AB0E-E7F7E97099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883948"/>
              </p:ext>
            </p:extLst>
          </p:nvPr>
        </p:nvGraphicFramePr>
        <p:xfrm>
          <a:off x="3760967" y="864108"/>
          <a:ext cx="8050696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296">
                  <a:extLst>
                    <a:ext uri="{9D8B030D-6E8A-4147-A177-3AD203B41FA5}">
                      <a16:colId xmlns:a16="http://schemas.microsoft.com/office/drawing/2014/main" val="394464743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8364402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504716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33632634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9227603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zh-CN" altLang="en-US" sz="160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来访渠道占比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来访成交转化率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178083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渠道分类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Vanke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Savills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Vanke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Savills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976211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线上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30%-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10%-20%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33291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网络通路类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12%-15%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99749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新媒体渠道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5%-10%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78676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线下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719181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中介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40%+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80%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10%-20%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30%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998614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楼体广告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20%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01452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外部资源推介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15%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53154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老带新转介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5%+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20%+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387037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内部资源推介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3%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20%+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621059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圈层协会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3%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5%-10%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70274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政府推介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10%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25%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01079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陌拜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3%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5%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1%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7326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3678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3417B8-0E72-4EF2-812A-7D30F16C5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核心城市</a:t>
            </a:r>
            <a:r>
              <a:rPr lang="en-US" altLang="zh-CN" sz="2400" dirty="0"/>
              <a:t>2003Q3</a:t>
            </a:r>
            <a:r>
              <a:rPr lang="zh-CN" altLang="en-US" sz="2400" dirty="0"/>
              <a:t>空置率继续上升</a:t>
            </a:r>
            <a:r>
              <a:rPr lang="en-US" altLang="zh-CN" sz="2400" dirty="0"/>
              <a:t>2pt</a:t>
            </a:r>
            <a:br>
              <a:rPr lang="en-US" altLang="zh-CN" sz="2400" dirty="0"/>
            </a:br>
            <a:r>
              <a:rPr lang="zh-CN" altLang="en-US" sz="2400" dirty="0"/>
              <a:t>北京：</a:t>
            </a:r>
            <a:r>
              <a:rPr lang="en-US" altLang="zh-CN" sz="2400" dirty="0"/>
              <a:t>21%</a:t>
            </a:r>
            <a:br>
              <a:rPr lang="en-US" altLang="zh-CN" sz="2400" dirty="0"/>
            </a:br>
            <a:r>
              <a:rPr lang="zh-CN" altLang="en-US" sz="2400" dirty="0"/>
              <a:t>上海：</a:t>
            </a:r>
            <a:r>
              <a:rPr lang="en-US" altLang="zh-CN" sz="2400" dirty="0"/>
              <a:t>20%</a:t>
            </a:r>
            <a:br>
              <a:rPr lang="en-US" altLang="zh-CN" sz="2400" dirty="0"/>
            </a:br>
            <a:r>
              <a:rPr lang="zh-CN" altLang="en-US" sz="2400" dirty="0"/>
              <a:t>深圳：</a:t>
            </a:r>
            <a:r>
              <a:rPr lang="en-US" altLang="zh-CN" sz="2400" dirty="0"/>
              <a:t>21%</a:t>
            </a:r>
            <a:br>
              <a:rPr lang="en-US" altLang="zh-CN" sz="2400" dirty="0"/>
            </a:br>
            <a:r>
              <a:rPr lang="zh-CN" altLang="en-US" sz="2400" dirty="0"/>
              <a:t>杭州：</a:t>
            </a:r>
            <a:r>
              <a:rPr lang="en-US" altLang="zh-CN" sz="2400" dirty="0"/>
              <a:t>23%</a:t>
            </a:r>
            <a:br>
              <a:rPr lang="en-US" altLang="zh-CN" sz="2400" dirty="0"/>
            </a:br>
            <a:r>
              <a:rPr lang="zh-CN" altLang="en-US" sz="2400" dirty="0"/>
              <a:t>广州：</a:t>
            </a:r>
            <a:r>
              <a:rPr lang="en-US" altLang="zh-CN" sz="2400" dirty="0"/>
              <a:t>17%</a:t>
            </a:r>
            <a:br>
              <a:rPr lang="en-US" altLang="zh-CN" sz="2400" dirty="0"/>
            </a:br>
            <a:r>
              <a:rPr lang="zh-CN" altLang="en-US" sz="2400" dirty="0"/>
              <a:t>成都：</a:t>
            </a:r>
            <a:r>
              <a:rPr lang="en-US" altLang="zh-CN" sz="2400" dirty="0"/>
              <a:t>25%</a:t>
            </a:r>
            <a:endParaRPr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1098AF-827F-4FD4-9E56-909DC1992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BBEE312-7C19-431A-A3DE-B3EDFABAD2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115" t="7305" r="8902" b="48638"/>
          <a:stretch/>
        </p:blipFill>
        <p:spPr>
          <a:xfrm>
            <a:off x="3916019" y="673277"/>
            <a:ext cx="6639339" cy="5311471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71D84BBB-CABF-495D-A5E4-D36DB4022C96}"/>
              </a:ext>
            </a:extLst>
          </p:cNvPr>
          <p:cNvSpPr/>
          <p:nvPr/>
        </p:nvSpPr>
        <p:spPr>
          <a:xfrm>
            <a:off x="8491994" y="3951798"/>
            <a:ext cx="636104" cy="628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n>
                  <a:solidFill>
                    <a:schemeClr val="accent4"/>
                  </a:solidFill>
                </a:ln>
                <a:latin typeface="华文楷体" panose="02010600040101010101" pitchFamily="2" charset="-122"/>
                <a:ea typeface="华文楷体" panose="02010600040101010101" pitchFamily="2" charset="-122"/>
              </a:rPr>
              <a:t>杭州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759DAD0-23D5-479C-9F6A-7E18972CEFFE}"/>
              </a:ext>
            </a:extLst>
          </p:cNvPr>
          <p:cNvSpPr/>
          <p:nvPr/>
        </p:nvSpPr>
        <p:spPr>
          <a:xfrm>
            <a:off x="9128098" y="3753015"/>
            <a:ext cx="397565" cy="39756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n>
                  <a:solidFill>
                    <a:schemeClr val="accent4"/>
                  </a:solidFill>
                </a:ln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b="1" dirty="0">
                <a:ln>
                  <a:solidFill>
                    <a:schemeClr val="accent4"/>
                  </a:solidFill>
                </a:ln>
                <a:latin typeface="华文楷体" panose="02010600040101010101" pitchFamily="2" charset="-122"/>
                <a:ea typeface="华文楷体" panose="02010600040101010101" pitchFamily="2" charset="-122"/>
              </a:rPr>
              <a:t>上海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E432A6B5-488C-4DAB-BC8D-A2A96CDEFB33}"/>
              </a:ext>
            </a:extLst>
          </p:cNvPr>
          <p:cNvSpPr/>
          <p:nvPr/>
        </p:nvSpPr>
        <p:spPr>
          <a:xfrm>
            <a:off x="8293211" y="2707419"/>
            <a:ext cx="397565" cy="39756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n>
                  <a:solidFill>
                    <a:schemeClr val="accent4"/>
                  </a:solidFill>
                </a:ln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b="1" dirty="0">
                <a:ln>
                  <a:solidFill>
                    <a:schemeClr val="accent4"/>
                  </a:solidFill>
                </a:ln>
                <a:latin typeface="华文楷体" panose="02010600040101010101" pitchFamily="2" charset="-122"/>
                <a:ea typeface="华文楷体" panose="02010600040101010101" pitchFamily="2" charset="-122"/>
              </a:rPr>
              <a:t>北京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BD60D811-8A22-49F3-A2A9-846B17A28AA9}"/>
              </a:ext>
            </a:extLst>
          </p:cNvPr>
          <p:cNvSpPr/>
          <p:nvPr/>
        </p:nvSpPr>
        <p:spPr>
          <a:xfrm>
            <a:off x="8213698" y="5002761"/>
            <a:ext cx="270344" cy="275612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>
                  <a:solidFill>
                    <a:schemeClr val="accent4"/>
                  </a:solidFill>
                </a:ln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dirty="0">
                <a:ln>
                  <a:solidFill>
                    <a:schemeClr val="accent4"/>
                  </a:solidFill>
                </a:ln>
                <a:latin typeface="华文楷体" panose="02010600040101010101" pitchFamily="2" charset="-122"/>
                <a:ea typeface="华文楷体" panose="02010600040101010101" pitchFamily="2" charset="-122"/>
              </a:rPr>
              <a:t>广州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067ED7B-47F7-4367-AC51-998E21661FE3}"/>
              </a:ext>
            </a:extLst>
          </p:cNvPr>
          <p:cNvSpPr/>
          <p:nvPr/>
        </p:nvSpPr>
        <p:spPr>
          <a:xfrm>
            <a:off x="8491993" y="5140567"/>
            <a:ext cx="270344" cy="275612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>
                  <a:solidFill>
                    <a:schemeClr val="accent4"/>
                  </a:solidFill>
                </a:ln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dirty="0">
                <a:ln>
                  <a:solidFill>
                    <a:schemeClr val="accent4"/>
                  </a:solidFill>
                </a:ln>
                <a:latin typeface="华文楷体" panose="02010600040101010101" pitchFamily="2" charset="-122"/>
                <a:ea typeface="华文楷体" panose="02010600040101010101" pitchFamily="2" charset="-122"/>
              </a:rPr>
              <a:t>深圳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BC0A2FB5-ED57-44D6-BC75-99858AB15EA1}"/>
              </a:ext>
            </a:extLst>
          </p:cNvPr>
          <p:cNvSpPr/>
          <p:nvPr/>
        </p:nvSpPr>
        <p:spPr>
          <a:xfrm>
            <a:off x="6925585" y="3983605"/>
            <a:ext cx="201802" cy="181537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>
                  <a:solidFill>
                    <a:schemeClr val="accent4"/>
                  </a:solidFill>
                </a:ln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dirty="0">
                <a:ln>
                  <a:solidFill>
                    <a:schemeClr val="accent4"/>
                  </a:solidFill>
                </a:ln>
                <a:latin typeface="华文楷体" panose="02010600040101010101" pitchFamily="2" charset="-122"/>
                <a:ea typeface="华文楷体" panose="02010600040101010101" pitchFamily="2" charset="-122"/>
              </a:rPr>
              <a:t>成都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27A9A34-BCA5-4A08-81A2-139FE32BD37D}"/>
              </a:ext>
            </a:extLst>
          </p:cNvPr>
          <p:cNvSpPr/>
          <p:nvPr/>
        </p:nvSpPr>
        <p:spPr>
          <a:xfrm>
            <a:off x="7606378" y="3956448"/>
            <a:ext cx="201802" cy="181537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>
                  <a:solidFill>
                    <a:schemeClr val="accent4"/>
                  </a:solidFill>
                </a:ln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dirty="0">
                <a:ln>
                  <a:solidFill>
                    <a:schemeClr val="accent4"/>
                  </a:solidFill>
                </a:ln>
                <a:latin typeface="华文楷体" panose="02010600040101010101" pitchFamily="2" charset="-122"/>
                <a:ea typeface="华文楷体" panose="02010600040101010101" pitchFamily="2" charset="-122"/>
              </a:rPr>
              <a:t>重庆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2B9FEE1E-3A02-4815-B0E1-3E6E5C7CC964}"/>
              </a:ext>
            </a:extLst>
          </p:cNvPr>
          <p:cNvSpPr/>
          <p:nvPr/>
        </p:nvSpPr>
        <p:spPr>
          <a:xfrm>
            <a:off x="8926296" y="3662246"/>
            <a:ext cx="201802" cy="181537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n>
                  <a:solidFill>
                    <a:schemeClr val="accent4"/>
                  </a:solidFill>
                </a:ln>
                <a:latin typeface="华文楷体" panose="02010600040101010101" pitchFamily="2" charset="-122"/>
                <a:ea typeface="华文楷体" panose="02010600040101010101" pitchFamily="2" charset="-122"/>
              </a:rPr>
              <a:t>南京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1395A89C-66FF-47F3-A31E-38C64F3DFD3B}"/>
              </a:ext>
            </a:extLst>
          </p:cNvPr>
          <p:cNvSpPr/>
          <p:nvPr/>
        </p:nvSpPr>
        <p:spPr>
          <a:xfrm>
            <a:off x="8043700" y="3862366"/>
            <a:ext cx="201802" cy="181537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n>
                  <a:solidFill>
                    <a:schemeClr val="accent4"/>
                  </a:solidFill>
                </a:ln>
                <a:latin typeface="华文楷体" panose="02010600040101010101" pitchFamily="2" charset="-122"/>
                <a:ea typeface="华文楷体" panose="02010600040101010101" pitchFamily="2" charset="-122"/>
              </a:rPr>
              <a:t>武汉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7273D6FE-B313-46C6-BB7F-3085FC015F20}"/>
              </a:ext>
            </a:extLst>
          </p:cNvPr>
          <p:cNvSpPr/>
          <p:nvPr/>
        </p:nvSpPr>
        <p:spPr>
          <a:xfrm>
            <a:off x="7470658" y="4544839"/>
            <a:ext cx="201802" cy="181537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n>
                  <a:solidFill>
                    <a:schemeClr val="accent4"/>
                  </a:solidFill>
                </a:ln>
                <a:latin typeface="华文楷体" panose="02010600040101010101" pitchFamily="2" charset="-122"/>
                <a:ea typeface="华文楷体" panose="02010600040101010101" pitchFamily="2" charset="-122"/>
              </a:rPr>
              <a:t>贵阳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185D6868-2912-4B47-A96E-E71F765F0C5D}"/>
              </a:ext>
            </a:extLst>
          </p:cNvPr>
          <p:cNvSpPr/>
          <p:nvPr/>
        </p:nvSpPr>
        <p:spPr>
          <a:xfrm>
            <a:off x="8259708" y="3402515"/>
            <a:ext cx="201802" cy="181537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ln>
                <a:solidFill>
                  <a:schemeClr val="accent4"/>
                </a:solidFill>
              </a:ln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zh-CN" altLang="en-US" dirty="0">
                <a:ln>
                  <a:solidFill>
                    <a:schemeClr val="accent4"/>
                  </a:solidFill>
                </a:ln>
                <a:latin typeface="华文楷体" panose="02010600040101010101" pitchFamily="2" charset="-122"/>
                <a:ea typeface="华文楷体" panose="02010600040101010101" pitchFamily="2" charset="-122"/>
              </a:rPr>
              <a:t>郑州</a:t>
            </a:r>
          </a:p>
        </p:txBody>
      </p:sp>
    </p:spTree>
    <p:extLst>
      <p:ext uri="{BB962C8B-B14F-4D97-AF65-F5344CB8AC3E}">
        <p14:creationId xmlns:p14="http://schemas.microsoft.com/office/powerpoint/2010/main" val="225724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13D4C3-65E1-4FD9-9BBE-910513F78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商务园区招商的业务场景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307DF577-3E31-49DA-8D65-2265255938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8431486"/>
              </p:ext>
            </p:extLst>
          </p:nvPr>
        </p:nvGraphicFramePr>
        <p:xfrm>
          <a:off x="3434963" y="2138901"/>
          <a:ext cx="8213698" cy="37371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4925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0873A1-0F25-4822-89A3-D435C6A23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商务园区的数字化招商框架</a:t>
            </a:r>
          </a:p>
        </p:txBody>
      </p:sp>
      <p:graphicFrame>
        <p:nvGraphicFramePr>
          <p:cNvPr id="7" name="内容占位符 6">
            <a:extLst>
              <a:ext uri="{FF2B5EF4-FFF2-40B4-BE49-F238E27FC236}">
                <a16:creationId xmlns:a16="http://schemas.microsoft.com/office/drawing/2014/main" id="{B38455C5-73C1-40C3-A929-CC73A72816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5932526"/>
              </p:ext>
            </p:extLst>
          </p:nvPr>
        </p:nvGraphicFramePr>
        <p:xfrm>
          <a:off x="3606345" y="285692"/>
          <a:ext cx="7315200" cy="5121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74439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81361A-2987-4C45-869A-9096A5E0C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数据挖掘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195DA5-4DE8-4415-B8B3-FA2C9BACE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676026" cy="5120640"/>
          </a:xfrm>
        </p:spPr>
        <p:txBody>
          <a:bodyPr/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双十一等大促活动周期的品牌商家到访园区数据频次，越大的品牌到访频次越高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Tmall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千万商家和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1688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厂家的数据和后台服务市场，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挖掘阿里投资平台办公场地及所投资的生态公司数据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梳理阿里产业园业务上游供应商的数据：设计、施工方、监理、图审公司、办公家具供应商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3098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33739-8015-457B-9C33-0AA45CA86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数字化招商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1B316F-D2D9-4846-8F02-F2C5A166B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通过淘天小二与品牌负责人对接在园区设置“驻阿办”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Tmall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千万商家和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1688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厂家的后台、服务市场、投放平台等关键渠道定向投放园区载体推送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补贴旗下投资公司，推动搬迁至阿里园区，逐渐吸纳投资生态公司入驻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6781891"/>
      </p:ext>
    </p:extLst>
  </p:cSld>
  <p:clrMapOvr>
    <a:masterClrMapping/>
  </p:clrMapOvr>
</p:sld>
</file>

<file path=ppt/theme/theme1.xml><?xml version="1.0" encoding="utf-8"?>
<a:theme xmlns:a="http://schemas.openxmlformats.org/drawingml/2006/main" name="框架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TM03457475[[fn=框架]]</Template>
  <TotalTime>1429</TotalTime>
  <Words>444</Words>
  <Application>Microsoft Office PowerPoint</Application>
  <PresentationFormat>宽屏</PresentationFormat>
  <Paragraphs>93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华文楷体</vt:lpstr>
      <vt:lpstr>楷体</vt:lpstr>
      <vt:lpstr>Corbel</vt:lpstr>
      <vt:lpstr>Wingdings 2</vt:lpstr>
      <vt:lpstr>框架</vt:lpstr>
      <vt:lpstr>商务园区招商模式的数字化转型</vt:lpstr>
      <vt:lpstr>传统的商务园区招商</vt:lpstr>
      <vt:lpstr>行业内渠道的占比和效率</vt:lpstr>
      <vt:lpstr>核心城市2003Q3空置率继续上升2pt 北京：21% 上海：20% 深圳：21% 杭州：23% 广州：17% 成都：25%</vt:lpstr>
      <vt:lpstr>商务园区招商的业务场景</vt:lpstr>
      <vt:lpstr>商务园区的数字化招商框架</vt:lpstr>
      <vt:lpstr>数据挖掘</vt:lpstr>
      <vt:lpstr>数字化招商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商务园区招商模式的数字化转型</dc:title>
  <dc:creator>yansong.dys</dc:creator>
  <cp:lastModifiedBy>yansong.dys</cp:lastModifiedBy>
  <cp:revision>21</cp:revision>
  <dcterms:created xsi:type="dcterms:W3CDTF">2023-11-02T02:50:18Z</dcterms:created>
  <dcterms:modified xsi:type="dcterms:W3CDTF">2023-11-03T03:18:56Z</dcterms:modified>
</cp:coreProperties>
</file>