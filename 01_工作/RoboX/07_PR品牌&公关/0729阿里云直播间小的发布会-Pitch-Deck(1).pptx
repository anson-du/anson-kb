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6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19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0" cy="54864"/>
          </a:xfrm>
          <a:prstGeom prst="rect">
            <a:avLst/>
          </a:prstGeom>
          <a:solidFill>
            <a:srgbClr val="06B6D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小的发布会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AI初创企业的全栈品牌加速器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用曝光、背书、连接三层飞轮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让每一家AI创业公司都拥有从被看见到被投资的完整路径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Investor Pitch Deck  |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问题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99%的AI创业者面临三重困境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2286000"/>
          </a:xfrm>
          <a:prstGeom prst="rect">
            <a:avLst/>
          </a:prstGeom>
          <a:solidFill>
            <a:srgbClr val="1A2332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曝光缺失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生于无声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没有PR预算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没有媒体关系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现有服务起步5万元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560320" cy="2286000"/>
          </a:xfrm>
          <a:prstGeom prst="rect">
            <a:avLst/>
          </a:prstGeom>
          <a:solidFill>
            <a:srgbClr val="1A2332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566160" y="17830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背书缺失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21488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无人信任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没有投资人关系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FA只服务Pre-A以上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560320" cy="2286000"/>
          </a:xfrm>
          <a:prstGeom prst="rect">
            <a:avLst/>
          </a:prstGeom>
          <a:solidFill>
            <a:srgbClr val="1A2332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17830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连接缺失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1488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困于孤岛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没有产业资源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孵化器只给头部项目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2025-2026年涌现10,000+家AI初创企业，传统媒体只服务头部10%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解法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三层叠加，创造全新品类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不是更便宜的发布会——是AI创业生态从未有过的全栈品牌加速基础设施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06040" cy="26517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06040" cy="54864"/>
          </a:xfrm>
          <a:prstGeom prst="rect">
            <a:avLst/>
          </a:prstGeom>
          <a:solidFill>
            <a:srgbClr val="06B6D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曝光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产品首发直播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¥5,000/场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71800" y="2926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337560" y="1828800"/>
            <a:ext cx="2606040" cy="26517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337560" y="1828800"/>
            <a:ext cx="2606040" cy="54864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566160" y="21031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46888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信任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566160" y="30632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VC采访+PR背书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37490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¥20,000/次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852160" y="2926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2606040" cy="26517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217920" y="1828800"/>
            <a:ext cx="2606040" cy="54864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446520" y="21031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246888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连接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46520" y="30632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阿里生态资源对接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37490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¥50,000/项目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能力详解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三层能力栈详解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280160"/>
          <a:ext cx="8229600" cy="2734056"/>
        </p:xfrm>
        <a:graphic>
          <a:graphicData uri="http://schemas.openxmlformats.org/drawingml/2006/table">
            <a:tbl>
              <a:tblPr/>
              <a:tblGrid>
                <a:gridCol w="1097280"/>
                <a:gridCol w="2377440"/>
                <a:gridCol w="2377440"/>
                <a:gridCol w="2377440"/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维度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曝光层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信任层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连接层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核心交付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产品首发直播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策划+执行+传播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VC深度采访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PR稿件+背书视频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阿里系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资源精准对接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定价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¥5,000/场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¥20,000/次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¥50,000/项目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频次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每周1-2场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每月2-3次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按项目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壁垒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三方资源锁定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(场地+设备+客户池)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VC关系网络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(时间堆出的信任)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阿里内部关系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(组织级资源)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类比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Product Hunt Launch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TechCrunch深度采访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YC校友网络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飞轮模型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每个成功案例都是下一个客户的最佳销售员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产品首发直播（曝光）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647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 优质项目被看见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VC深度采访（背书）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505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 项目获得信任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阿里生态对接（连接）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1363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 获得客户/融资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成功案例产出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8221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 口碑传播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⑤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更多企业排队入场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3520" y="1417320"/>
            <a:ext cx="3383280" cy="3200400"/>
          </a:xfrm>
          <a:prstGeom prst="rect">
            <a:avLst/>
          </a:prstGeom>
          <a:solidFill>
            <a:srgbClr val="1A233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577840" y="16002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核心逻辑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2011680"/>
            <a:ext cx="2834640" cy="2468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竞品飞轮（极客公园）：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内容影响力→品牌项目来→广告商付费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天花板：只服务头部10%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我们的飞轮：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服务成功→更多项目来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→更多VC和资源方来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→服务价值更高→定价提升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天花板：无限（服务长尾90%）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市场格局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无精确对标——没有人同时覆盖三层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234440"/>
          <a:ext cx="8229600" cy="2432304"/>
        </p:xfrm>
        <a:graphic>
          <a:graphicData uri="http://schemas.openxmlformats.org/drawingml/2006/table">
            <a:tbl>
              <a:tblPr/>
              <a:tblGrid>
                <a:gridCol w="2011680"/>
                <a:gridCol w="640080"/>
                <a:gridCol w="640080"/>
                <a:gridCol w="640080"/>
                <a:gridCol w="4297680"/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玩家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曝光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背书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连接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核心局限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极客公园IF大会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年度1次，只服务头部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罗永浩十字路口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△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依赖个人IP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创业邦BangLink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FA不是传播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36氪/钛媒体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△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5-30万门槛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YC / 奇绩创坛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7%股权+极低录取率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小的发布会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三层全覆盖+普惠定价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31520" y="39319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关键发现：三层全覆盖 + 普惠定价 + 面向底部90%小微AI企业 = 市场空白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壁垒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抄模式容易，抄关系网络不可能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2743200"/>
          </a:xfrm>
          <a:prstGeom prst="rect">
            <a:avLst/>
          </a:prstGeom>
          <a:solidFill>
            <a:srgbClr val="1A2332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壁垒一：VC关系网络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2918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投资人对品牌判断力的长期信任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时间堆出来的资产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第一批VC靠个人关系请来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采访质量好 → 项目融到资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更多VC主动来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3个月内不可复制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3840480" cy="2743200"/>
          </a:xfrm>
          <a:prstGeom prst="rect">
            <a:avLst/>
          </a:prstGeom>
          <a:solidFill>
            <a:srgbClr val="1A2332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120640" y="16459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合作接口：阿里生态（L3增值延伸）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2103120"/>
            <a:ext cx="32918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L3不是独立壁垒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而是L1+L2的自然延伸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差异化关键：信任前置的连接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带着VC采访+PR的企业去对接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 冷对接 = 响应度10x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定位：园区的配套服务商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合作而非竞争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商业模型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阶梯定价 × 自然升级 × 三层利润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1234440"/>
          <a:ext cx="8229600" cy="2084832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层级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产品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定价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Year 1 预估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L1 基础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产品首发直播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¥5,000/场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80场 = 40万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L2 进阶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VC采访+PR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¥20,000/次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20次 = 40万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L3 高端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阿里生态对接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¥50,000/项目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5个 = 25万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年度会员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全栈打包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¥100,000/年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3个 = 30万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合计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Year 1 = 135万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83280"/>
            <a:ext cx="384048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31520" y="34747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对比旧模式（只做L1）</a:t>
            </a:r>
            <a:endParaRPr lang="en-US" sz="11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40万 → 135万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收入放大 3.4x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846320" y="3383280"/>
            <a:ext cx="384048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120640" y="34747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2 目标</a:t>
            </a:r>
            <a:endParaRPr lang="en-US" sz="11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300-400万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第二城市复制（每城3-6月搭建）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时机与团队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为什么是现在 / 为什么是我们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480560" y="1371600"/>
            <a:ext cx="0" cy="32004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Now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840480" cy="2926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AI创业爆发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每月新增数百家AI初创企业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OPC社区全国扩张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场地供给充裕，成本趋零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直播基础设施成熟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边际成本极低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VC对AI注意力空前集中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信任层变现窗口期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Us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0" y="1737360"/>
            <a:ext cx="3931920" cy="2926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三免资源锁定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场地/设备/客户池已就绪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创始人阿里系背景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生态连接能力天然具备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VC采访经验积累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信任壁垒从Day 1开始构建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8月云栖大会前首批案例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借势阿里云渠道精准导流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规模化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从单城验证到平台化网络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017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06B6D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0-6个月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杭州单城验证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50场发布+10次VC采访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+3个生态对接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验证：L1付费率&gt;10%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1收入：135万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71800" y="2560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06040" cy="3017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566160" y="1600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187452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6-18个月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24028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第二城市复制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66160" y="2834640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每城需3-6月本地化搭建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（非零边际成本复制）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首选北京/深圳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2目标：300-400万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0" y="2560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2606040" cy="3017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2606040" cy="54864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46520" y="1600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187452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18个月+（可选）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224028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平台化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46520" y="2834640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前提：50+案例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+标准化SOP成熟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即使不走平台化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自营Year 3可达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600-800万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复制模式：标准化方法论 + 本地化关系搭建（类似连锁咖啡，非代码复制）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0" cy="54864"/>
          </a:xfrm>
          <a:prstGeom prst="rect">
            <a:avLst/>
          </a:prstGeom>
          <a:solidFill>
            <a:srgbClr val="06B6D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小的发布会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AI初创企业的全栈品牌加速器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不是更便宜的发布会，是从「被看见」到「被投资」的完整路径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¥5K-5W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阶梯定价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37560" y="329184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135万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37560" y="388620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1 收入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329184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3层飞轮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17920" y="388620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核心壁垒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  |  联系我们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场地合作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给场地方的六项权益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面向企业/品牌方展厅 —— 用固定频次的内容与生态人流，换闲置时段与品牌露出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06040" cy="153619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06040" cy="54864"/>
          </a:xfrm>
          <a:prstGeom prst="rect">
            <a:avLst/>
          </a:prstGeom>
          <a:solidFill>
            <a:srgbClr val="06B6D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22037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 </a:t>
            </a: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品牌露出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203704"/>
            <a:ext cx="220370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每场直播固定植入展厅LOGO与名称，回放长期挂载形成曝光资产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807208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对应：品牌传播KPI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600200"/>
            <a:ext cx="2606040" cy="153619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606040" cy="54864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538728" y="1783080"/>
            <a:ext cx="22037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 </a:t>
            </a: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非高峰时段活化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38728" y="2203704"/>
            <a:ext cx="220370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优先使用工作日闲置时段开播，把空转时间变成内容产出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38728" y="2807208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对应：空间利用率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2606040" cy="153619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606040" cy="54864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419088" y="1783080"/>
            <a:ext cx="22037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 </a:t>
            </a: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生态资源导入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9088" y="2203704"/>
            <a:ext cx="220370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每场带来AI创业者、投资人、媒体到访，展厅变活跃现场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19088" y="2807208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对应：生态活跃度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64408"/>
            <a:ext cx="2606040" cy="153619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57200" y="3264408"/>
            <a:ext cx="2606040" cy="54864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58368" y="3447288"/>
            <a:ext cx="22037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  </a:t>
            </a: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联合品牌IP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" y="3867912"/>
            <a:ext cx="220370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“小的发布会 @ ×××展厅”固定冠名，成为AI首发地心智标签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4471416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对应：品牌生态绑定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264408"/>
            <a:ext cx="2606040" cy="153619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337560" y="3264408"/>
            <a:ext cx="2606040" cy="54864"/>
          </a:xfrm>
          <a:prstGeom prst="rect">
            <a:avLst/>
          </a:prstGeom>
          <a:solidFill>
            <a:srgbClr val="06B6D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538728" y="3447288"/>
            <a:ext cx="22037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⑤  </a:t>
            </a: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数据交付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538728" y="3867912"/>
            <a:ext cx="220370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定期提供场次/到访企业数/观看量/媒体报道的汇报数据包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38728" y="4471416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对应：向上汇报证据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264408"/>
            <a:ext cx="2606040" cy="153619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217920" y="3264408"/>
            <a:ext cx="2606040" cy="54864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419088" y="3447288"/>
            <a:ext cx="22037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⑥  </a:t>
            </a: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招商/客户导流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19088" y="3867912"/>
            <a:ext cx="220370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把接触到的优质AI企业线索优先介绍给展厅方作为潜在合作对象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19088" y="4471416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对应：招商获客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①②③为每个展厅都吃得下的标配权益；④⑤⑥按对方KPI叠加，用于换取更长驻场周期或更优时段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2239</Words>
  <Application>WPS 演示</Application>
  <PresentationFormat>全屏显示(16:9)</PresentationFormat>
  <Paragraphs>462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小的发布会 - AI初创企业全栈品牌加速器 Pitch Deck</dc:title>
  <dc:creator>小的发布会</dc:creator>
  <dc:subject>PptxGenJS Presentation</dc:subject>
  <cp:lastModifiedBy>Anson</cp:lastModifiedBy>
  <cp:revision>3</cp:revision>
  <dcterms:created xsi:type="dcterms:W3CDTF">2026-07-29T15:22:00Z</dcterms:created>
  <dcterms:modified xsi:type="dcterms:W3CDTF">2026-08-01T14:01:46Z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3C70D92F91E24EBC87ED02DDBBF70258_13</vt:lpwstr>
  </property>
  <property fmtid="{D5CDD505-2E9C-101B-9397-08002B2CF9AE}" pid="3" name="KSOProductBuildVer">
    <vt:lpwstr>2052-12.1.0.26895</vt:lpwstr>
  </property>
</Properties>
</file>