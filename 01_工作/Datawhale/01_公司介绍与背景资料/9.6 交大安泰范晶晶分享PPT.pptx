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开场点题：这是一次首批成果发布。三城企业 AI 落地行动告一段落，我们把现场实践沉淀成 FDE 100 案例、FDE 100 先锋人物和 FDE 精选课程，并进入长期建设阶段。先锋人物首批名单以本版确认的 22 位为准。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政策背景：工业和信息化部办公厅发布人工智能应用服务商培育专项行动，明确提出培育前线部署工程师（FDE）团队，并强调扎根用户现场、保障场景落地。这里引用政策事实，不把三城行动表述为对政策的正式验证。</a:t>
            </a:r>
          </a:p>
          <a:p/>
          <a:p>
            <a:r>
              <a:t>[Sources]</a:t>
            </a:r>
          </a:p>
          <a:p>
            <a:r>
              <a:t>- 工业和信息化部办公厅关于开展人工智能应用服务商培育专项行动的通知：https://www.miit.gov.cn/jgsj/kjs/wjfb/art/2026/art_331b6f1d28ad410aa9df711acf42dbfe.html</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合作回顾页。三项节点按时间顺序呈现，均采用活动真实照片。</a:t>
            </a:r>
          </a:p>
          <a:p/>
          <a:p>
            <a:r>
              <a:t>[Sources]</a:t>
            </a:r>
          </a:p>
          <a:p>
            <a:r>
              <a:t>- 2025 AI+X 经管实训营：https://mp.weixin.qq.com/s/ZEeOHBYG_0C7RtSqV22vPA</a:t>
            </a:r>
          </a:p>
          <a:p>
            <a:r>
              <a:t>- ‘人工智能+教育’场景开源清单：https://mp.weixin.qq.com/s/_EwID0SfmP-Kok_8wp92lQ</a:t>
            </a:r>
          </a:p>
          <a:p>
            <a:r>
              <a:t>- 人工智能学习中心成立：https://mp.weixin.qq.com/s/XNUAGSHtCoP0TKeIko05dw</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长三角特别行动已在杭州、上海、南京落地。近 500 家企业累计报名；每城约 20 位规模企业决策人与业务负责人参与；现场以企业出题、FDE 一对一诊断的方式判断第一步，参会企业中超过 80% 表达后续推进意愿。三城行动成为首批案例、先锋人物和课程的实践来源。</a:t>
            </a:r>
          </a:p>
          <a:p/>
          <a:p>
            <a:r>
              <a:t>[Sources]</a:t>
            </a:r>
          </a:p>
          <a:p>
            <a:r>
              <a:t>- 三城行动数据与现场照片来自用户确认的阶段成果版本和 FDE 官方预览站：https://demo.datawhale.cn/fdepreview/</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FDE 100 案例首批收录 24 个真实案例，覆盖 12 个行业、8 类场景，均完成深度访谈与整理，并将持续更新。行业和场景数量说明覆盖范围，四项业务变化分别来自不同案例，不能视作全部项目的平均效果。</a:t>
            </a:r>
          </a:p>
          <a:p/>
          <a:p>
            <a:r>
              <a:t>CASE-001「诉讼律师案件智能工作台」，程子洋，法律服务：材料整理效率提升 70%。这里是效率提升，不是耗时降低 70%。</a:t>
            </a:r>
          </a:p>
          <a:p>
            <a:r>
              <a:t>CASE-002「建筑消防施工图智能生成」，闫佳宜，建筑设计：人机协作模式下大型项目图纸生成周期从数天压缩至约 30 分钟，不代表整个设计项目交付周期。</a:t>
            </a:r>
          </a:p>
          <a:p>
            <a:r>
              <a:t>CASE-007「从人工审材料到自动化办件：用 AI 提升车管所网办效率」，陈瑜，政务服务：单件全流程审核时间从约 15 分钟缩短到 3–5 分钟。</a:t>
            </a:r>
          </a:p>
          <a:p>
            <a:r>
              <a:t>CASE-010「跨境物流智能装车规划」，刘春生：单车装车时间从约 5 小时压缩到约 2 小时。</a:t>
            </a:r>
          </a:p>
          <a:p/>
          <a:p>
            <a:r>
              <a:t>[Sources]</a:t>
            </a:r>
          </a:p>
          <a:p>
            <a:r>
              <a:t>- FDE 官方案例原始资料：https://demo.datawhale.cn/fdepreview/（2026-09-04 留存的官网案例数据）</a:t>
            </a:r>
          </a:p>
          <a:p>
            <a:r>
              <a:t>- 官方入口：https://fde100.datawhale.cn/</a:t>
            </a:r>
          </a:p>
          <a:p>
            <a:r>
              <a:t>- 案例集封面由用户提供。</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FDE 100 先锋人物首批名单共 22 位：蔡洁如、杜天宇、刘春生、毛卫俊、潘俊杰、十页、孙斌、跳舞、王斐、王一棵、谢尧、俞昊晟、张骥、张新卓、赵艺琳、赵云淞、程子洋、崔逸枫、吕昭波、马诺、王仿、张晨曦。本页按用户最终确认名单排序，后续持续补充。张晨曦、王斐、杜天宇使用用户本次提供的照片，其余人物沿用已确认素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FDE 精选课程首批包含 6 门核心课和 4 个真实场景专题。核心课覆盖角色定位、需求定义、知识提取、方案验证、生产交付与规模化复制。场景专题分别面向央国企与复杂组织、中小企业、海外项目和低资源环境下的交付。课程名称、讲师及身份来自 Datawhale FDE 共建师培养课程大纲最新版本。</a:t>
            </a:r>
          </a:p>
          <a:p/>
          <a:p>
            <a:r>
              <a:t>[Sources]</a:t>
            </a:r>
          </a:p>
          <a:p>
            <a:r>
              <a:t>- Datawhale FDE 共建师培养课程大纲：https://datawhaler.feishu.cn/wiki/MJXhwC1SEidiFikMs4JcvksSnxg（Lark 文档修订 524，读取日期：2026-09-04）</a:t>
            </a:r>
          </a:p>
          <a:p>
            <a:r>
              <a:t>[/Sources]</a:t>
            </a:r>
          </a:p>
          <a:p>
            <a:r>
              <a:t>马诺的身份按用户最新确认口径：某 AI 创业公司 FDE 专家。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FDE 官网： https://fde100.datawhale.cn/ 。网站持续汇集案例、先锋人物、精选课程和企业需求。</a:t>
            </a:r>
          </a:p>
          <a:p/>
          <a:p>
            <a:r>
              <a:t>[Sources]</a:t>
            </a:r>
          </a:p>
          <a:p>
            <a:r>
              <a:t>- 首页截图：用户于2026-09-05提供并指定使用的人物墙首页截图，按原比例完整展示。</a:t>
            </a:r>
          </a:p>
          <a:p>
            <a:r>
              <a:t>- 二维码：用户提供，解码目标为 https://fde100.datawhale.cn/ 。</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主持人邀请共建伙伴一次性上台并站定。三类内容位于画面上半区，便于人员在台前就位。</a:t>
            </a:r>
          </a:p>
          <a:p/>
          <a:p>
            <a:r>
              <a:t>合作展望：交大安泰连接经管教育、行业研究和企业场景，Datawhale连接开源学习、技术实践和 FDE 社区。双方共同推动企业问题进入实践，再让案例与方法回到课程和研究。</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9" Type="http://schemas.openxmlformats.org/officeDocument/2006/relationships/image" Target="../media/image21.jpeg"/><Relationship Id="rId8" Type="http://schemas.openxmlformats.org/officeDocument/2006/relationships/image" Target="../media/image20.jpeg"/><Relationship Id="rId7" Type="http://schemas.openxmlformats.org/officeDocument/2006/relationships/image" Target="../media/image19.jpeg"/><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15.jpeg"/><Relationship Id="rId26" Type="http://schemas.openxmlformats.org/officeDocument/2006/relationships/notesSlide" Target="../notesSlides/notesSlide6.xml"/><Relationship Id="rId25" Type="http://schemas.openxmlformats.org/officeDocument/2006/relationships/slideLayout" Target="../slideLayouts/slideLayout1.xml"/><Relationship Id="rId24" Type="http://schemas.openxmlformats.org/officeDocument/2006/relationships/image" Target="../media/image2.png"/><Relationship Id="rId23" Type="http://schemas.openxmlformats.org/officeDocument/2006/relationships/image" Target="../media/image1.png"/><Relationship Id="rId22" Type="http://schemas.openxmlformats.org/officeDocument/2006/relationships/image" Target="../media/image34.jpeg"/><Relationship Id="rId21" Type="http://schemas.openxmlformats.org/officeDocument/2006/relationships/image" Target="../media/image33.jpeg"/><Relationship Id="rId20" Type="http://schemas.openxmlformats.org/officeDocument/2006/relationships/image" Target="../media/image32.jpeg"/><Relationship Id="rId2" Type="http://schemas.openxmlformats.org/officeDocument/2006/relationships/image" Target="../media/image14.jpeg"/><Relationship Id="rId19" Type="http://schemas.openxmlformats.org/officeDocument/2006/relationships/image" Target="../media/image31.jpeg"/><Relationship Id="rId18" Type="http://schemas.openxmlformats.org/officeDocument/2006/relationships/image" Target="../media/image30.jpeg"/><Relationship Id="rId17" Type="http://schemas.openxmlformats.org/officeDocument/2006/relationships/image" Target="../media/image29.jpeg"/><Relationship Id="rId16" Type="http://schemas.openxmlformats.org/officeDocument/2006/relationships/image" Target="../media/image28.jpeg"/><Relationship Id="rId15" Type="http://schemas.openxmlformats.org/officeDocument/2006/relationships/image" Target="../media/image27.png"/><Relationship Id="rId14" Type="http://schemas.openxmlformats.org/officeDocument/2006/relationships/image" Target="../media/image26.jpeg"/><Relationship Id="rId13" Type="http://schemas.openxmlformats.org/officeDocument/2006/relationships/image" Target="../media/image25.jpeg"/><Relationship Id="rId12" Type="http://schemas.openxmlformats.org/officeDocument/2006/relationships/image" Target="../media/image24.jpeg"/><Relationship Id="rId11" Type="http://schemas.openxmlformats.org/officeDocument/2006/relationships/image" Target="../media/image23.jpeg"/><Relationship Id="rId10" Type="http://schemas.openxmlformats.org/officeDocument/2006/relationships/image" Target="../media/image22.jpe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70" name="cover-bg"/>
          <p:cNvSpPr>
            <a:spLocks noGrp="1"/>
          </p:cNvSpPr>
          <p:nvPr/>
        </p:nvSpPr>
        <p:spPr>
          <a:xfrm>
            <a:off x="0" y="0"/>
            <a:ext cx="18288000" cy="10287000"/>
          </a:xfrm>
          <a:prstGeom prst="rect">
            <a:avLst/>
          </a:prstGeom>
          <a:solidFill>
            <a:srgbClr val="F7F9FC"/>
          </a:solidFill>
          <a:ln w="0">
            <a:noFill/>
            <a:prstDash val="solid"/>
          </a:ln>
        </p:spPr>
      </p:sp>
      <p:sp>
        <p:nvSpPr>
          <p:cNvPr id="2" name="grid-v-0"/>
          <p:cNvSpPr>
            <a:spLocks noGrp="1"/>
          </p:cNvSpPr>
          <p:nvPr/>
        </p:nvSpPr>
        <p:spPr>
          <a:xfrm>
            <a:off x="0" y="0"/>
            <a:ext cx="0" cy="10287000"/>
          </a:xfrm>
          <a:prstGeom prst="line">
            <a:avLst/>
          </a:prstGeom>
          <a:noFill/>
          <a:ln w="9525">
            <a:solidFill>
              <a:srgbClr val="51627A">
                <a:alpha val="9000"/>
              </a:srgbClr>
            </a:solidFill>
            <a:prstDash val="solid"/>
          </a:ln>
        </p:spPr>
      </p:sp>
      <p:sp>
        <p:nvSpPr>
          <p:cNvPr id="3" name="grid-v-80"/>
          <p:cNvSpPr>
            <a:spLocks noGrp="1"/>
          </p:cNvSpPr>
          <p:nvPr/>
        </p:nvSpPr>
        <p:spPr>
          <a:xfrm>
            <a:off x="762000" y="0"/>
            <a:ext cx="0" cy="10287000"/>
          </a:xfrm>
          <a:prstGeom prst="line">
            <a:avLst/>
          </a:prstGeom>
          <a:noFill/>
          <a:ln w="9525">
            <a:solidFill>
              <a:srgbClr val="51627A">
                <a:alpha val="9000"/>
              </a:srgbClr>
            </a:solidFill>
            <a:prstDash val="solid"/>
          </a:ln>
        </p:spPr>
      </p:sp>
      <p:sp>
        <p:nvSpPr>
          <p:cNvPr id="4" name="grid-v-160"/>
          <p:cNvSpPr>
            <a:spLocks noGrp="1"/>
          </p:cNvSpPr>
          <p:nvPr/>
        </p:nvSpPr>
        <p:spPr>
          <a:xfrm>
            <a:off x="1524000" y="0"/>
            <a:ext cx="0" cy="10287000"/>
          </a:xfrm>
          <a:prstGeom prst="line">
            <a:avLst/>
          </a:prstGeom>
          <a:noFill/>
          <a:ln w="9525">
            <a:solidFill>
              <a:srgbClr val="51627A">
                <a:alpha val="9000"/>
              </a:srgbClr>
            </a:solidFill>
            <a:prstDash val="solid"/>
          </a:ln>
        </p:spPr>
      </p:sp>
      <p:sp>
        <p:nvSpPr>
          <p:cNvPr id="5" name="grid-v-240"/>
          <p:cNvSpPr>
            <a:spLocks noGrp="1"/>
          </p:cNvSpPr>
          <p:nvPr/>
        </p:nvSpPr>
        <p:spPr>
          <a:xfrm>
            <a:off x="2286000" y="0"/>
            <a:ext cx="0" cy="10287000"/>
          </a:xfrm>
          <a:prstGeom prst="line">
            <a:avLst/>
          </a:prstGeom>
          <a:noFill/>
          <a:ln w="9525">
            <a:solidFill>
              <a:srgbClr val="51627A">
                <a:alpha val="9000"/>
              </a:srgbClr>
            </a:solidFill>
            <a:prstDash val="solid"/>
          </a:ln>
        </p:spPr>
      </p:sp>
      <p:sp>
        <p:nvSpPr>
          <p:cNvPr id="6" name="grid-v-320"/>
          <p:cNvSpPr>
            <a:spLocks noGrp="1"/>
          </p:cNvSpPr>
          <p:nvPr/>
        </p:nvSpPr>
        <p:spPr>
          <a:xfrm>
            <a:off x="3048000" y="0"/>
            <a:ext cx="0" cy="10287000"/>
          </a:xfrm>
          <a:prstGeom prst="line">
            <a:avLst/>
          </a:prstGeom>
          <a:noFill/>
          <a:ln w="9525">
            <a:solidFill>
              <a:srgbClr val="51627A">
                <a:alpha val="9000"/>
              </a:srgbClr>
            </a:solidFill>
            <a:prstDash val="solid"/>
          </a:ln>
        </p:spPr>
      </p:sp>
      <p:sp>
        <p:nvSpPr>
          <p:cNvPr id="7" name="grid-v-400"/>
          <p:cNvSpPr>
            <a:spLocks noGrp="1"/>
          </p:cNvSpPr>
          <p:nvPr/>
        </p:nvSpPr>
        <p:spPr>
          <a:xfrm>
            <a:off x="3810000" y="0"/>
            <a:ext cx="0" cy="10287000"/>
          </a:xfrm>
          <a:prstGeom prst="line">
            <a:avLst/>
          </a:prstGeom>
          <a:noFill/>
          <a:ln w="9525">
            <a:solidFill>
              <a:srgbClr val="51627A">
                <a:alpha val="9000"/>
              </a:srgbClr>
            </a:solidFill>
            <a:prstDash val="solid"/>
          </a:ln>
        </p:spPr>
      </p:sp>
      <p:sp>
        <p:nvSpPr>
          <p:cNvPr id="8" name="grid-v-480"/>
          <p:cNvSpPr>
            <a:spLocks noGrp="1"/>
          </p:cNvSpPr>
          <p:nvPr/>
        </p:nvSpPr>
        <p:spPr>
          <a:xfrm>
            <a:off x="4572000" y="0"/>
            <a:ext cx="0" cy="10287000"/>
          </a:xfrm>
          <a:prstGeom prst="line">
            <a:avLst/>
          </a:prstGeom>
          <a:noFill/>
          <a:ln w="9525">
            <a:solidFill>
              <a:srgbClr val="51627A">
                <a:alpha val="9000"/>
              </a:srgbClr>
            </a:solidFill>
            <a:prstDash val="solid"/>
          </a:ln>
        </p:spPr>
      </p:sp>
      <p:sp>
        <p:nvSpPr>
          <p:cNvPr id="9" name="grid-v-560"/>
          <p:cNvSpPr>
            <a:spLocks noGrp="1"/>
          </p:cNvSpPr>
          <p:nvPr/>
        </p:nvSpPr>
        <p:spPr>
          <a:xfrm>
            <a:off x="5334000" y="0"/>
            <a:ext cx="0" cy="10287000"/>
          </a:xfrm>
          <a:prstGeom prst="line">
            <a:avLst/>
          </a:prstGeom>
          <a:noFill/>
          <a:ln w="9525">
            <a:solidFill>
              <a:srgbClr val="51627A">
                <a:alpha val="9000"/>
              </a:srgbClr>
            </a:solidFill>
            <a:prstDash val="solid"/>
          </a:ln>
        </p:spPr>
      </p:sp>
      <p:sp>
        <p:nvSpPr>
          <p:cNvPr id="10" name="grid-v-640"/>
          <p:cNvSpPr>
            <a:spLocks noGrp="1"/>
          </p:cNvSpPr>
          <p:nvPr/>
        </p:nvSpPr>
        <p:spPr>
          <a:xfrm>
            <a:off x="6096000" y="0"/>
            <a:ext cx="0" cy="10287000"/>
          </a:xfrm>
          <a:prstGeom prst="line">
            <a:avLst/>
          </a:prstGeom>
          <a:noFill/>
          <a:ln w="9525">
            <a:solidFill>
              <a:srgbClr val="51627A">
                <a:alpha val="9000"/>
              </a:srgbClr>
            </a:solidFill>
            <a:prstDash val="solid"/>
          </a:ln>
        </p:spPr>
      </p:sp>
      <p:sp>
        <p:nvSpPr>
          <p:cNvPr id="11" name="grid-v-720"/>
          <p:cNvSpPr>
            <a:spLocks noGrp="1"/>
          </p:cNvSpPr>
          <p:nvPr/>
        </p:nvSpPr>
        <p:spPr>
          <a:xfrm>
            <a:off x="6858000" y="0"/>
            <a:ext cx="0" cy="10287000"/>
          </a:xfrm>
          <a:prstGeom prst="line">
            <a:avLst/>
          </a:prstGeom>
          <a:noFill/>
          <a:ln w="9525">
            <a:solidFill>
              <a:srgbClr val="51627A">
                <a:alpha val="9000"/>
              </a:srgbClr>
            </a:solidFill>
            <a:prstDash val="solid"/>
          </a:ln>
        </p:spPr>
      </p:sp>
      <p:sp>
        <p:nvSpPr>
          <p:cNvPr id="12" name="grid-v-800"/>
          <p:cNvSpPr>
            <a:spLocks noGrp="1"/>
          </p:cNvSpPr>
          <p:nvPr/>
        </p:nvSpPr>
        <p:spPr>
          <a:xfrm>
            <a:off x="7620000" y="0"/>
            <a:ext cx="0" cy="10287000"/>
          </a:xfrm>
          <a:prstGeom prst="line">
            <a:avLst/>
          </a:prstGeom>
          <a:noFill/>
          <a:ln w="9525">
            <a:solidFill>
              <a:srgbClr val="51627A">
                <a:alpha val="9000"/>
              </a:srgbClr>
            </a:solidFill>
            <a:prstDash val="solid"/>
          </a:ln>
        </p:spPr>
      </p:sp>
      <p:sp>
        <p:nvSpPr>
          <p:cNvPr id="13" name="grid-v-880"/>
          <p:cNvSpPr>
            <a:spLocks noGrp="1"/>
          </p:cNvSpPr>
          <p:nvPr/>
        </p:nvSpPr>
        <p:spPr>
          <a:xfrm>
            <a:off x="8382000" y="0"/>
            <a:ext cx="0" cy="10287000"/>
          </a:xfrm>
          <a:prstGeom prst="line">
            <a:avLst/>
          </a:prstGeom>
          <a:noFill/>
          <a:ln w="9525">
            <a:solidFill>
              <a:srgbClr val="51627A">
                <a:alpha val="9000"/>
              </a:srgbClr>
            </a:solidFill>
            <a:prstDash val="solid"/>
          </a:ln>
        </p:spPr>
      </p:sp>
      <p:sp>
        <p:nvSpPr>
          <p:cNvPr id="14" name="grid-v-960"/>
          <p:cNvSpPr>
            <a:spLocks noGrp="1"/>
          </p:cNvSpPr>
          <p:nvPr/>
        </p:nvSpPr>
        <p:spPr>
          <a:xfrm>
            <a:off x="9144000" y="0"/>
            <a:ext cx="0" cy="10287000"/>
          </a:xfrm>
          <a:prstGeom prst="line">
            <a:avLst/>
          </a:prstGeom>
          <a:noFill/>
          <a:ln w="9525">
            <a:solidFill>
              <a:srgbClr val="51627A">
                <a:alpha val="9000"/>
              </a:srgbClr>
            </a:solidFill>
            <a:prstDash val="solid"/>
          </a:ln>
        </p:spPr>
      </p:sp>
      <p:sp>
        <p:nvSpPr>
          <p:cNvPr id="15" name="grid-v-1040"/>
          <p:cNvSpPr>
            <a:spLocks noGrp="1"/>
          </p:cNvSpPr>
          <p:nvPr/>
        </p:nvSpPr>
        <p:spPr>
          <a:xfrm>
            <a:off x="9906000" y="0"/>
            <a:ext cx="0" cy="10287000"/>
          </a:xfrm>
          <a:prstGeom prst="line">
            <a:avLst/>
          </a:prstGeom>
          <a:noFill/>
          <a:ln w="9525">
            <a:solidFill>
              <a:srgbClr val="51627A">
                <a:alpha val="9000"/>
              </a:srgbClr>
            </a:solidFill>
            <a:prstDash val="solid"/>
          </a:ln>
        </p:spPr>
      </p:sp>
      <p:sp>
        <p:nvSpPr>
          <p:cNvPr id="16" name="grid-v-1120"/>
          <p:cNvSpPr>
            <a:spLocks noGrp="1"/>
          </p:cNvSpPr>
          <p:nvPr/>
        </p:nvSpPr>
        <p:spPr>
          <a:xfrm>
            <a:off x="10668000" y="0"/>
            <a:ext cx="0" cy="10287000"/>
          </a:xfrm>
          <a:prstGeom prst="line">
            <a:avLst/>
          </a:prstGeom>
          <a:noFill/>
          <a:ln w="9525">
            <a:solidFill>
              <a:srgbClr val="51627A">
                <a:alpha val="9000"/>
              </a:srgbClr>
            </a:solidFill>
            <a:prstDash val="solid"/>
          </a:ln>
        </p:spPr>
      </p:sp>
      <p:sp>
        <p:nvSpPr>
          <p:cNvPr id="17" name="grid-v-1200"/>
          <p:cNvSpPr>
            <a:spLocks noGrp="1"/>
          </p:cNvSpPr>
          <p:nvPr/>
        </p:nvSpPr>
        <p:spPr>
          <a:xfrm>
            <a:off x="11430000" y="0"/>
            <a:ext cx="0" cy="10287000"/>
          </a:xfrm>
          <a:prstGeom prst="line">
            <a:avLst/>
          </a:prstGeom>
          <a:noFill/>
          <a:ln w="9525">
            <a:solidFill>
              <a:srgbClr val="51627A">
                <a:alpha val="9000"/>
              </a:srgbClr>
            </a:solidFill>
            <a:prstDash val="solid"/>
          </a:ln>
        </p:spPr>
      </p:sp>
      <p:sp>
        <p:nvSpPr>
          <p:cNvPr id="18" name="grid-v-1280"/>
          <p:cNvSpPr>
            <a:spLocks noGrp="1"/>
          </p:cNvSpPr>
          <p:nvPr/>
        </p:nvSpPr>
        <p:spPr>
          <a:xfrm>
            <a:off x="12192000" y="0"/>
            <a:ext cx="0" cy="10287000"/>
          </a:xfrm>
          <a:prstGeom prst="line">
            <a:avLst/>
          </a:prstGeom>
          <a:noFill/>
          <a:ln w="9525">
            <a:solidFill>
              <a:srgbClr val="51627A">
                <a:alpha val="9000"/>
              </a:srgbClr>
            </a:solidFill>
            <a:prstDash val="solid"/>
          </a:ln>
        </p:spPr>
      </p:sp>
      <p:sp>
        <p:nvSpPr>
          <p:cNvPr id="19" name="grid-v-1360"/>
          <p:cNvSpPr>
            <a:spLocks noGrp="1"/>
          </p:cNvSpPr>
          <p:nvPr/>
        </p:nvSpPr>
        <p:spPr>
          <a:xfrm>
            <a:off x="12954000" y="0"/>
            <a:ext cx="0" cy="10287000"/>
          </a:xfrm>
          <a:prstGeom prst="line">
            <a:avLst/>
          </a:prstGeom>
          <a:noFill/>
          <a:ln w="9525">
            <a:solidFill>
              <a:srgbClr val="51627A">
                <a:alpha val="9000"/>
              </a:srgbClr>
            </a:solidFill>
            <a:prstDash val="solid"/>
          </a:ln>
        </p:spPr>
      </p:sp>
      <p:sp>
        <p:nvSpPr>
          <p:cNvPr id="20" name="grid-v-1440"/>
          <p:cNvSpPr>
            <a:spLocks noGrp="1"/>
          </p:cNvSpPr>
          <p:nvPr/>
        </p:nvSpPr>
        <p:spPr>
          <a:xfrm>
            <a:off x="13716000" y="0"/>
            <a:ext cx="0" cy="10287000"/>
          </a:xfrm>
          <a:prstGeom prst="line">
            <a:avLst/>
          </a:prstGeom>
          <a:noFill/>
          <a:ln w="9525">
            <a:solidFill>
              <a:srgbClr val="51627A">
                <a:alpha val="9000"/>
              </a:srgbClr>
            </a:solidFill>
            <a:prstDash val="solid"/>
          </a:ln>
        </p:spPr>
      </p:sp>
      <p:sp>
        <p:nvSpPr>
          <p:cNvPr id="21" name="grid-v-1520"/>
          <p:cNvSpPr>
            <a:spLocks noGrp="1"/>
          </p:cNvSpPr>
          <p:nvPr/>
        </p:nvSpPr>
        <p:spPr>
          <a:xfrm>
            <a:off x="14478000" y="0"/>
            <a:ext cx="0" cy="10287000"/>
          </a:xfrm>
          <a:prstGeom prst="line">
            <a:avLst/>
          </a:prstGeom>
          <a:noFill/>
          <a:ln w="9525">
            <a:solidFill>
              <a:srgbClr val="51627A">
                <a:alpha val="9000"/>
              </a:srgbClr>
            </a:solidFill>
            <a:prstDash val="solid"/>
          </a:ln>
        </p:spPr>
      </p:sp>
      <p:sp>
        <p:nvSpPr>
          <p:cNvPr id="22" name="grid-v-1600"/>
          <p:cNvSpPr>
            <a:spLocks noGrp="1"/>
          </p:cNvSpPr>
          <p:nvPr/>
        </p:nvSpPr>
        <p:spPr>
          <a:xfrm>
            <a:off x="15240000" y="0"/>
            <a:ext cx="0" cy="10287000"/>
          </a:xfrm>
          <a:prstGeom prst="line">
            <a:avLst/>
          </a:prstGeom>
          <a:noFill/>
          <a:ln w="9525">
            <a:solidFill>
              <a:srgbClr val="51627A">
                <a:alpha val="9000"/>
              </a:srgbClr>
            </a:solidFill>
            <a:prstDash val="solid"/>
          </a:ln>
        </p:spPr>
      </p:sp>
      <p:sp>
        <p:nvSpPr>
          <p:cNvPr id="23" name="grid-v-1680"/>
          <p:cNvSpPr>
            <a:spLocks noGrp="1"/>
          </p:cNvSpPr>
          <p:nvPr/>
        </p:nvSpPr>
        <p:spPr>
          <a:xfrm>
            <a:off x="16002000" y="0"/>
            <a:ext cx="0" cy="10287000"/>
          </a:xfrm>
          <a:prstGeom prst="line">
            <a:avLst/>
          </a:prstGeom>
          <a:noFill/>
          <a:ln w="9525">
            <a:solidFill>
              <a:srgbClr val="51627A">
                <a:alpha val="9000"/>
              </a:srgbClr>
            </a:solidFill>
            <a:prstDash val="solid"/>
          </a:ln>
        </p:spPr>
      </p:sp>
      <p:sp>
        <p:nvSpPr>
          <p:cNvPr id="24" name="grid-v-1760"/>
          <p:cNvSpPr>
            <a:spLocks noGrp="1"/>
          </p:cNvSpPr>
          <p:nvPr/>
        </p:nvSpPr>
        <p:spPr>
          <a:xfrm>
            <a:off x="16764000" y="0"/>
            <a:ext cx="0" cy="10287000"/>
          </a:xfrm>
          <a:prstGeom prst="line">
            <a:avLst/>
          </a:prstGeom>
          <a:noFill/>
          <a:ln w="9525">
            <a:solidFill>
              <a:srgbClr val="51627A">
                <a:alpha val="9000"/>
              </a:srgbClr>
            </a:solidFill>
            <a:prstDash val="solid"/>
          </a:ln>
        </p:spPr>
      </p:sp>
      <p:sp>
        <p:nvSpPr>
          <p:cNvPr id="25" name="grid-v-1840"/>
          <p:cNvSpPr>
            <a:spLocks noGrp="1"/>
          </p:cNvSpPr>
          <p:nvPr/>
        </p:nvSpPr>
        <p:spPr>
          <a:xfrm>
            <a:off x="17526000" y="0"/>
            <a:ext cx="0" cy="10287000"/>
          </a:xfrm>
          <a:prstGeom prst="line">
            <a:avLst/>
          </a:prstGeom>
          <a:noFill/>
          <a:ln w="9525">
            <a:solidFill>
              <a:srgbClr val="51627A">
                <a:alpha val="9000"/>
              </a:srgbClr>
            </a:solidFill>
            <a:prstDash val="solid"/>
          </a:ln>
        </p:spPr>
      </p:sp>
      <p:sp>
        <p:nvSpPr>
          <p:cNvPr id="26" name="grid-v-1920"/>
          <p:cNvSpPr>
            <a:spLocks noGrp="1"/>
          </p:cNvSpPr>
          <p:nvPr/>
        </p:nvSpPr>
        <p:spPr>
          <a:xfrm>
            <a:off x="18288000" y="0"/>
            <a:ext cx="0" cy="10287000"/>
          </a:xfrm>
          <a:prstGeom prst="line">
            <a:avLst/>
          </a:prstGeom>
          <a:noFill/>
          <a:ln w="9525">
            <a:solidFill>
              <a:srgbClr val="51627A">
                <a:alpha val="9000"/>
              </a:srgbClr>
            </a:solidFill>
            <a:prstDash val="solid"/>
          </a:ln>
        </p:spPr>
      </p:sp>
      <p:sp>
        <p:nvSpPr>
          <p:cNvPr id="27" name="grid-h-0"/>
          <p:cNvSpPr>
            <a:spLocks noGrp="1"/>
          </p:cNvSpPr>
          <p:nvPr/>
        </p:nvSpPr>
        <p:spPr>
          <a:xfrm>
            <a:off x="0" y="0"/>
            <a:ext cx="18288000" cy="0"/>
          </a:xfrm>
          <a:prstGeom prst="line">
            <a:avLst/>
          </a:prstGeom>
          <a:noFill/>
          <a:ln w="9525">
            <a:solidFill>
              <a:srgbClr val="51627A">
                <a:alpha val="9000"/>
              </a:srgbClr>
            </a:solidFill>
            <a:prstDash val="solid"/>
          </a:ln>
        </p:spPr>
      </p:sp>
      <p:sp>
        <p:nvSpPr>
          <p:cNvPr id="28" name="grid-h-80"/>
          <p:cNvSpPr>
            <a:spLocks noGrp="1"/>
          </p:cNvSpPr>
          <p:nvPr/>
        </p:nvSpPr>
        <p:spPr>
          <a:xfrm>
            <a:off x="0" y="762000"/>
            <a:ext cx="18288000" cy="0"/>
          </a:xfrm>
          <a:prstGeom prst="line">
            <a:avLst/>
          </a:prstGeom>
          <a:noFill/>
          <a:ln w="9525">
            <a:solidFill>
              <a:srgbClr val="51627A">
                <a:alpha val="9000"/>
              </a:srgbClr>
            </a:solidFill>
            <a:prstDash val="solid"/>
          </a:ln>
        </p:spPr>
      </p:sp>
      <p:sp>
        <p:nvSpPr>
          <p:cNvPr id="29" name="grid-h-160"/>
          <p:cNvSpPr>
            <a:spLocks noGrp="1"/>
          </p:cNvSpPr>
          <p:nvPr/>
        </p:nvSpPr>
        <p:spPr>
          <a:xfrm>
            <a:off x="0" y="1524000"/>
            <a:ext cx="18288000" cy="0"/>
          </a:xfrm>
          <a:prstGeom prst="line">
            <a:avLst/>
          </a:prstGeom>
          <a:noFill/>
          <a:ln w="9525">
            <a:solidFill>
              <a:srgbClr val="51627A">
                <a:alpha val="9000"/>
              </a:srgbClr>
            </a:solidFill>
            <a:prstDash val="solid"/>
          </a:ln>
        </p:spPr>
      </p:sp>
      <p:sp>
        <p:nvSpPr>
          <p:cNvPr id="30" name="grid-h-240"/>
          <p:cNvSpPr>
            <a:spLocks noGrp="1"/>
          </p:cNvSpPr>
          <p:nvPr/>
        </p:nvSpPr>
        <p:spPr>
          <a:xfrm>
            <a:off x="0" y="2286000"/>
            <a:ext cx="18288000" cy="0"/>
          </a:xfrm>
          <a:prstGeom prst="line">
            <a:avLst/>
          </a:prstGeom>
          <a:noFill/>
          <a:ln w="9525">
            <a:solidFill>
              <a:srgbClr val="51627A">
                <a:alpha val="9000"/>
              </a:srgbClr>
            </a:solidFill>
            <a:prstDash val="solid"/>
          </a:ln>
        </p:spPr>
      </p:sp>
      <p:sp>
        <p:nvSpPr>
          <p:cNvPr id="31" name="grid-h-320"/>
          <p:cNvSpPr>
            <a:spLocks noGrp="1"/>
          </p:cNvSpPr>
          <p:nvPr/>
        </p:nvSpPr>
        <p:spPr>
          <a:xfrm>
            <a:off x="0" y="3048000"/>
            <a:ext cx="18288000" cy="0"/>
          </a:xfrm>
          <a:prstGeom prst="line">
            <a:avLst/>
          </a:prstGeom>
          <a:noFill/>
          <a:ln w="9525">
            <a:solidFill>
              <a:srgbClr val="51627A">
                <a:alpha val="9000"/>
              </a:srgbClr>
            </a:solidFill>
            <a:prstDash val="solid"/>
          </a:ln>
        </p:spPr>
      </p:sp>
      <p:sp>
        <p:nvSpPr>
          <p:cNvPr id="32" name="grid-h-400"/>
          <p:cNvSpPr>
            <a:spLocks noGrp="1"/>
          </p:cNvSpPr>
          <p:nvPr/>
        </p:nvSpPr>
        <p:spPr>
          <a:xfrm>
            <a:off x="0" y="3810000"/>
            <a:ext cx="18288000" cy="0"/>
          </a:xfrm>
          <a:prstGeom prst="line">
            <a:avLst/>
          </a:prstGeom>
          <a:noFill/>
          <a:ln w="9525">
            <a:solidFill>
              <a:srgbClr val="51627A">
                <a:alpha val="9000"/>
              </a:srgbClr>
            </a:solidFill>
            <a:prstDash val="solid"/>
          </a:ln>
        </p:spPr>
      </p:sp>
      <p:sp>
        <p:nvSpPr>
          <p:cNvPr id="33" name="grid-h-480"/>
          <p:cNvSpPr>
            <a:spLocks noGrp="1"/>
          </p:cNvSpPr>
          <p:nvPr/>
        </p:nvSpPr>
        <p:spPr>
          <a:xfrm>
            <a:off x="0" y="4572000"/>
            <a:ext cx="18288000" cy="0"/>
          </a:xfrm>
          <a:prstGeom prst="line">
            <a:avLst/>
          </a:prstGeom>
          <a:noFill/>
          <a:ln w="9525">
            <a:solidFill>
              <a:srgbClr val="51627A">
                <a:alpha val="9000"/>
              </a:srgbClr>
            </a:solidFill>
            <a:prstDash val="solid"/>
          </a:ln>
        </p:spPr>
      </p:sp>
      <p:sp>
        <p:nvSpPr>
          <p:cNvPr id="34" name="grid-h-560"/>
          <p:cNvSpPr>
            <a:spLocks noGrp="1"/>
          </p:cNvSpPr>
          <p:nvPr/>
        </p:nvSpPr>
        <p:spPr>
          <a:xfrm>
            <a:off x="0" y="5334000"/>
            <a:ext cx="18288000" cy="0"/>
          </a:xfrm>
          <a:prstGeom prst="line">
            <a:avLst/>
          </a:prstGeom>
          <a:noFill/>
          <a:ln w="9525">
            <a:solidFill>
              <a:srgbClr val="51627A">
                <a:alpha val="9000"/>
              </a:srgbClr>
            </a:solidFill>
            <a:prstDash val="solid"/>
          </a:ln>
        </p:spPr>
      </p:sp>
      <p:sp>
        <p:nvSpPr>
          <p:cNvPr id="35" name="grid-h-640"/>
          <p:cNvSpPr>
            <a:spLocks noGrp="1"/>
          </p:cNvSpPr>
          <p:nvPr/>
        </p:nvSpPr>
        <p:spPr>
          <a:xfrm>
            <a:off x="0" y="6096000"/>
            <a:ext cx="18288000" cy="0"/>
          </a:xfrm>
          <a:prstGeom prst="line">
            <a:avLst/>
          </a:prstGeom>
          <a:noFill/>
          <a:ln w="9525">
            <a:solidFill>
              <a:srgbClr val="51627A">
                <a:alpha val="9000"/>
              </a:srgbClr>
            </a:solidFill>
            <a:prstDash val="solid"/>
          </a:ln>
        </p:spPr>
      </p:sp>
      <p:sp>
        <p:nvSpPr>
          <p:cNvPr id="36" name="grid-h-720"/>
          <p:cNvSpPr>
            <a:spLocks noGrp="1"/>
          </p:cNvSpPr>
          <p:nvPr/>
        </p:nvSpPr>
        <p:spPr>
          <a:xfrm>
            <a:off x="0" y="6858000"/>
            <a:ext cx="18288000" cy="0"/>
          </a:xfrm>
          <a:prstGeom prst="line">
            <a:avLst/>
          </a:prstGeom>
          <a:noFill/>
          <a:ln w="9525">
            <a:solidFill>
              <a:srgbClr val="51627A">
                <a:alpha val="9000"/>
              </a:srgbClr>
            </a:solidFill>
            <a:prstDash val="solid"/>
          </a:ln>
        </p:spPr>
      </p:sp>
      <p:sp>
        <p:nvSpPr>
          <p:cNvPr id="37" name="grid-h-800"/>
          <p:cNvSpPr>
            <a:spLocks noGrp="1"/>
          </p:cNvSpPr>
          <p:nvPr/>
        </p:nvSpPr>
        <p:spPr>
          <a:xfrm>
            <a:off x="0" y="7620000"/>
            <a:ext cx="18288000" cy="0"/>
          </a:xfrm>
          <a:prstGeom prst="line">
            <a:avLst/>
          </a:prstGeom>
          <a:noFill/>
          <a:ln w="9525">
            <a:solidFill>
              <a:srgbClr val="51627A">
                <a:alpha val="9000"/>
              </a:srgbClr>
            </a:solidFill>
            <a:prstDash val="solid"/>
          </a:ln>
        </p:spPr>
      </p:sp>
      <p:sp>
        <p:nvSpPr>
          <p:cNvPr id="38" name="grid-h-880"/>
          <p:cNvSpPr>
            <a:spLocks noGrp="1"/>
          </p:cNvSpPr>
          <p:nvPr/>
        </p:nvSpPr>
        <p:spPr>
          <a:xfrm>
            <a:off x="0" y="8382000"/>
            <a:ext cx="18288000" cy="0"/>
          </a:xfrm>
          <a:prstGeom prst="line">
            <a:avLst/>
          </a:prstGeom>
          <a:noFill/>
          <a:ln w="9525">
            <a:solidFill>
              <a:srgbClr val="51627A">
                <a:alpha val="9000"/>
              </a:srgbClr>
            </a:solidFill>
            <a:prstDash val="solid"/>
          </a:ln>
        </p:spPr>
      </p:sp>
      <p:sp>
        <p:nvSpPr>
          <p:cNvPr id="39" name="grid-h-960"/>
          <p:cNvSpPr>
            <a:spLocks noGrp="1"/>
          </p:cNvSpPr>
          <p:nvPr/>
        </p:nvSpPr>
        <p:spPr>
          <a:xfrm>
            <a:off x="0" y="9144000"/>
            <a:ext cx="18288000" cy="0"/>
          </a:xfrm>
          <a:prstGeom prst="line">
            <a:avLst/>
          </a:prstGeom>
          <a:noFill/>
          <a:ln w="9525">
            <a:solidFill>
              <a:srgbClr val="51627A">
                <a:alpha val="9000"/>
              </a:srgbClr>
            </a:solidFill>
            <a:prstDash val="solid"/>
          </a:ln>
        </p:spPr>
      </p:sp>
      <p:sp>
        <p:nvSpPr>
          <p:cNvPr id="40" name="grid-h-1040"/>
          <p:cNvSpPr>
            <a:spLocks noGrp="1"/>
          </p:cNvSpPr>
          <p:nvPr/>
        </p:nvSpPr>
        <p:spPr>
          <a:xfrm>
            <a:off x="0" y="9906000"/>
            <a:ext cx="18288000" cy="0"/>
          </a:xfrm>
          <a:prstGeom prst="line">
            <a:avLst/>
          </a:prstGeom>
          <a:noFill/>
          <a:ln w="9525">
            <a:solidFill>
              <a:srgbClr val="51627A">
                <a:alpha val="9000"/>
              </a:srgbClr>
            </a:solidFill>
            <a:prstDash val="solid"/>
          </a:ln>
        </p:spPr>
      </p:sp>
      <p:sp>
        <p:nvSpPr>
          <p:cNvPr id="41" name="cover-blue-stage"/>
          <p:cNvSpPr>
            <a:spLocks noGrp="1"/>
          </p:cNvSpPr>
          <p:nvPr/>
        </p:nvSpPr>
        <p:spPr>
          <a:xfrm>
            <a:off x="10287000" y="0"/>
            <a:ext cx="8001000" cy="9620250"/>
          </a:xfrm>
          <a:custGeom>
            <a:avLst/>
            <a:gdLst/>
            <a:ahLst/>
            <a:cxnLst/>
            <a:pathLst>
              <a:path w="8001000" h="9620250">
                <a:moveTo>
                  <a:pt x="1238250" y="0"/>
                </a:moveTo>
                <a:lnTo>
                  <a:pt x="8001000" y="0"/>
                </a:lnTo>
                <a:lnTo>
                  <a:pt x="8001000" y="9620250"/>
                </a:lnTo>
                <a:lnTo>
                  <a:pt x="0" y="9620250"/>
                </a:lnTo>
                <a:close/>
              </a:path>
            </a:pathLst>
          </a:custGeom>
          <a:solidFill>
            <a:srgbClr val="2E5BFF"/>
          </a:solidFill>
          <a:ln w="0">
            <a:noFill/>
            <a:prstDash val="solid"/>
          </a:ln>
        </p:spPr>
      </p:sp>
      <p:sp>
        <p:nvSpPr>
          <p:cNvPr id="42" name="cover-watermark"/>
          <p:cNvSpPr>
            <a:spLocks noGrp="1"/>
          </p:cNvSpPr>
          <p:nvPr/>
        </p:nvSpPr>
        <p:spPr>
          <a:xfrm>
            <a:off x="14287500" y="171450"/>
            <a:ext cx="3714750" cy="1619250"/>
          </a:xfrm>
          <a:prstGeom prst="rect">
            <a:avLst/>
          </a:prstGeom>
          <a:noFill/>
          <a:ln w="0">
            <a:noFill/>
            <a:prstDash val="solid"/>
          </a:ln>
        </p:spPr>
        <p:txBody>
          <a:bodyPr wrap="square" lIns="0" tIns="0" rIns="0" bIns="0" anchor="t">
            <a:normAutofit fontScale="99765"/>
          </a:bodyPr>
          <a:lstStyle/>
          <a:p>
            <a:pPr algn="r">
              <a:buNone/>
              <a:defRPr sz="10650" b="1">
                <a:solidFill>
                  <a:srgbClr val="FFFFFF">
                    <a:alpha val="10000"/>
                  </a:srgbClr>
                </a:solidFill>
                <a:latin typeface="Arial" panose="020B0604020202090204"/>
                <a:ea typeface="Arial" panose="020B0604020202090204"/>
                <a:cs typeface="Arial" panose="020B0604020202090204"/>
              </a:defRPr>
            </a:pPr>
            <a:r>
              <a:rPr sz="10650" b="1">
                <a:solidFill>
                  <a:srgbClr val="FFFFFF">
                    <a:alpha val="10000"/>
                  </a:srgbClr>
                </a:solidFill>
                <a:latin typeface="Arial" panose="020B0604020202090204"/>
                <a:ea typeface="Arial" panose="020B0604020202090204"/>
                <a:cs typeface="Arial" panose="020B0604020202090204"/>
              </a:rPr>
              <a:t>FDE</a:t>
            </a:r>
            <a:endParaRPr sz="10650" b="1">
              <a:solidFill>
                <a:srgbClr val="FFFFFF">
                  <a:alpha val="10000"/>
                </a:srgbClr>
              </a:solidFill>
              <a:latin typeface="Arial" panose="020B0604020202090204"/>
              <a:ea typeface="Arial" panose="020B0604020202090204"/>
              <a:cs typeface="Arial" panose="020B0604020202090204"/>
            </a:endParaRPr>
          </a:p>
        </p:txBody>
      </p:sp>
      <p:pic>
        <p:nvPicPr>
          <p:cNvPr id="117" name="brand-sjtu-antai"/>
          <p:cNvPicPr>
            <a:picLocks noChangeAspect="1"/>
          </p:cNvPicPr>
          <p:nvPr/>
        </p:nvPicPr>
        <p:blipFill>
          <a:blip r:embed="rId1"/>
          <a:stretch>
            <a:fillRect/>
          </a:stretch>
        </p:blipFill>
        <p:spPr>
          <a:xfrm>
            <a:off x="1128475" y="428625"/>
            <a:ext cx="2896075" cy="466725"/>
          </a:xfrm>
          <a:prstGeom prst="rect">
            <a:avLst/>
          </a:prstGeom>
        </p:spPr>
      </p:pic>
      <p:sp>
        <p:nvSpPr>
          <p:cNvPr id="44" name="brand-divider"/>
          <p:cNvSpPr>
            <a:spLocks noGrp="1"/>
          </p:cNvSpPr>
          <p:nvPr/>
        </p:nvSpPr>
        <p:spPr>
          <a:xfrm>
            <a:off x="4219575" y="504825"/>
            <a:ext cx="0" cy="314325"/>
          </a:xfrm>
          <a:prstGeom prst="line">
            <a:avLst/>
          </a:prstGeom>
          <a:noFill/>
          <a:ln w="9525">
            <a:solidFill>
              <a:srgbClr val="C9D0DC"/>
            </a:solidFill>
            <a:prstDash val="solid"/>
          </a:ln>
        </p:spPr>
      </p:sp>
      <p:pic>
        <p:nvPicPr>
          <p:cNvPr id="119" name="brand-datawhale"/>
          <p:cNvPicPr>
            <a:picLocks noChangeAspect="1"/>
          </p:cNvPicPr>
          <p:nvPr/>
        </p:nvPicPr>
        <p:blipFill>
          <a:blip r:embed="rId2"/>
          <a:stretch>
            <a:fillRect/>
          </a:stretch>
        </p:blipFill>
        <p:spPr>
          <a:xfrm>
            <a:off x="4457700" y="493503"/>
            <a:ext cx="2381250" cy="336969"/>
          </a:xfrm>
          <a:prstGeom prst="rect">
            <a:avLst/>
          </a:prstGeom>
        </p:spPr>
      </p:pic>
      <p:sp>
        <p:nvSpPr>
          <p:cNvPr id="46" name="cover-kicker-bg"/>
          <p:cNvSpPr>
            <a:spLocks noGrp="1"/>
          </p:cNvSpPr>
          <p:nvPr/>
        </p:nvSpPr>
        <p:spPr>
          <a:xfrm>
            <a:off x="1123950" y="1600200"/>
            <a:ext cx="2000250" cy="400050"/>
          </a:xfrm>
          <a:prstGeom prst="rect">
            <a:avLst/>
          </a:prstGeom>
          <a:solidFill>
            <a:srgbClr val="2E5BFF"/>
          </a:solidFill>
          <a:ln w="0">
            <a:noFill/>
            <a:prstDash val="solid"/>
          </a:ln>
        </p:spPr>
      </p:sp>
      <p:sp>
        <p:nvSpPr>
          <p:cNvPr id="47" name="cover-kicker"/>
          <p:cNvSpPr>
            <a:spLocks noGrp="1"/>
          </p:cNvSpPr>
          <p:nvPr/>
        </p:nvSpPr>
        <p:spPr>
          <a:xfrm>
            <a:off x="1295400" y="1666875"/>
            <a:ext cx="1685925" cy="266700"/>
          </a:xfrm>
          <a:prstGeom prst="rect">
            <a:avLst/>
          </a:prstGeom>
          <a:noFill/>
          <a:ln w="0">
            <a:noFill/>
            <a:prstDash val="solid"/>
          </a:ln>
        </p:spPr>
        <p:txBody>
          <a:bodyPr wrap="square" lIns="0" tIns="0" rIns="0" bIns="0" anchor="ctr">
            <a:normAutofit fontScale="94292"/>
          </a:bodyPr>
          <a:lstStyle/>
          <a:p>
            <a:pPr algn="l">
              <a:buNone/>
              <a:defRPr sz="1425" b="1">
                <a:solidFill>
                  <a:srgbClr val="FFFFFF"/>
                </a:solidFill>
                <a:latin typeface="PingFang SC" panose="020B0400000000000000" charset="-122"/>
                <a:ea typeface="PingFang SC" panose="020B0400000000000000" charset="-122"/>
                <a:cs typeface="PingFang SC" panose="020B0400000000000000" charset="-122"/>
              </a:defRPr>
            </a:pPr>
            <a:r>
              <a:rPr sz="1425" b="1">
                <a:solidFill>
                  <a:srgbClr val="FFFFFF"/>
                </a:solidFill>
                <a:latin typeface="PingFang SC" panose="020B0400000000000000" charset="-122"/>
                <a:ea typeface="PingFang SC" panose="020B0400000000000000" charset="-122"/>
                <a:cs typeface="PingFang SC" panose="020B0400000000000000" charset="-122"/>
              </a:rPr>
              <a:t>FDE 成果发布 · 2026</a:t>
            </a:r>
            <a:endParaRPr sz="14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48" name="cover-title"/>
          <p:cNvSpPr>
            <a:spLocks noGrp="1"/>
          </p:cNvSpPr>
          <p:nvPr/>
        </p:nvSpPr>
        <p:spPr>
          <a:xfrm>
            <a:off x="1123950" y="2428875"/>
            <a:ext cx="8858250" cy="1000125"/>
          </a:xfrm>
          <a:prstGeom prst="rect">
            <a:avLst/>
          </a:prstGeom>
          <a:noFill/>
          <a:ln w="0">
            <a:noFill/>
            <a:prstDash val="solid"/>
          </a:ln>
        </p:spPr>
        <p:txBody>
          <a:bodyPr wrap="square" lIns="0" tIns="0" rIns="0" bIns="0" anchor="ctr">
            <a:normAutofit/>
          </a:bodyPr>
          <a:lstStyle/>
          <a:p>
            <a:pPr algn="l">
              <a:buNone/>
              <a:defRPr sz="6000" b="1">
                <a:solidFill>
                  <a:srgbClr val="0D1420"/>
                </a:solidFill>
                <a:latin typeface="PingFang SC" panose="020B0400000000000000" charset="-122"/>
                <a:ea typeface="PingFang SC" panose="020B0400000000000000" charset="-122"/>
                <a:cs typeface="PingFang SC" panose="020B0400000000000000" charset="-122"/>
              </a:defRPr>
            </a:pPr>
            <a:r>
              <a:rPr sz="6000" b="1">
                <a:solidFill>
                  <a:srgbClr val="0D1420"/>
                </a:solidFill>
                <a:latin typeface="PingFang SC" panose="020B0400000000000000" charset="-122"/>
                <a:ea typeface="PingFang SC" panose="020B0400000000000000" charset="-122"/>
                <a:cs typeface="PingFang SC" panose="020B0400000000000000" charset="-122"/>
              </a:rPr>
              <a:t>FDE 首批成果发布</a:t>
            </a:r>
            <a:endParaRPr sz="60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49" name="cover-subtitle"/>
          <p:cNvSpPr>
            <a:spLocks noGrp="1"/>
          </p:cNvSpPr>
          <p:nvPr/>
        </p:nvSpPr>
        <p:spPr>
          <a:xfrm>
            <a:off x="1123950" y="3571875"/>
            <a:ext cx="8572500" cy="742950"/>
          </a:xfrm>
          <a:prstGeom prst="rect">
            <a:avLst/>
          </a:prstGeom>
          <a:noFill/>
          <a:ln w="0">
            <a:noFill/>
            <a:prstDash val="solid"/>
          </a:ln>
        </p:spPr>
        <p:txBody>
          <a:bodyPr wrap="square" lIns="0" tIns="0" rIns="0" bIns="0" anchor="ctr">
            <a:normAutofit/>
          </a:bodyPr>
          <a:lstStyle/>
          <a:p>
            <a:pPr algn="l">
              <a:buNone/>
              <a:defRPr sz="3900" b="1">
                <a:solidFill>
                  <a:srgbClr val="2E5BFF"/>
                </a:solidFill>
                <a:latin typeface="PingFang SC" panose="020B0400000000000000" charset="-122"/>
                <a:ea typeface="PingFang SC" panose="020B0400000000000000" charset="-122"/>
                <a:cs typeface="PingFang SC" panose="020B0400000000000000" charset="-122"/>
              </a:defRPr>
            </a:pPr>
            <a:r>
              <a:rPr sz="3900" b="1">
                <a:solidFill>
                  <a:srgbClr val="2E5BFF"/>
                </a:solidFill>
                <a:latin typeface="PingFang SC" panose="020B0400000000000000" charset="-122"/>
                <a:ea typeface="PingFang SC" panose="020B0400000000000000" charset="-122"/>
                <a:cs typeface="PingFang SC" panose="020B0400000000000000" charset="-122"/>
              </a:rPr>
              <a:t>从三城实践，到长期建设</a:t>
            </a:r>
            <a:endParaRPr sz="3900" b="1">
              <a:solidFill>
                <a:srgbClr val="2E5BFF"/>
              </a:solidFill>
              <a:latin typeface="PingFang SC" panose="020B0400000000000000" charset="-122"/>
              <a:ea typeface="PingFang SC" panose="020B0400000000000000" charset="-122"/>
              <a:cs typeface="PingFang SC" panose="020B0400000000000000" charset="-122"/>
            </a:endParaRPr>
          </a:p>
        </p:txBody>
      </p:sp>
      <p:sp>
        <p:nvSpPr>
          <p:cNvPr id="50" name="cover-value-bg"/>
          <p:cNvSpPr>
            <a:spLocks noGrp="1"/>
          </p:cNvSpPr>
          <p:nvPr/>
        </p:nvSpPr>
        <p:spPr>
          <a:xfrm>
            <a:off x="1123950" y="4638675"/>
            <a:ext cx="4095750" cy="552450"/>
          </a:xfrm>
          <a:prstGeom prst="rect">
            <a:avLst/>
          </a:prstGeom>
          <a:solidFill>
            <a:srgbClr val="A8E92D"/>
          </a:solidFill>
          <a:ln w="0">
            <a:noFill/>
            <a:prstDash val="solid"/>
          </a:ln>
        </p:spPr>
      </p:sp>
      <p:sp>
        <p:nvSpPr>
          <p:cNvPr id="51" name="cover-value"/>
          <p:cNvSpPr>
            <a:spLocks noGrp="1"/>
          </p:cNvSpPr>
          <p:nvPr/>
        </p:nvSpPr>
        <p:spPr>
          <a:xfrm>
            <a:off x="1362075" y="4724400"/>
            <a:ext cx="3619500" cy="381000"/>
          </a:xfrm>
          <a:prstGeom prst="rect">
            <a:avLst/>
          </a:prstGeom>
          <a:noFill/>
          <a:ln w="0">
            <a:noFill/>
            <a:prstDash val="solid"/>
          </a:ln>
        </p:spPr>
        <p:txBody>
          <a:bodyPr wrap="square" lIns="0" tIns="0" rIns="0" bIns="0" anchor="ctr">
            <a:normAutofit/>
          </a:bodyPr>
          <a:lstStyle/>
          <a:p>
            <a:pPr algn="l">
              <a:buNone/>
              <a:defRPr sz="2175" b="1">
                <a:solidFill>
                  <a:srgbClr val="070A10"/>
                </a:solidFill>
                <a:latin typeface="PingFang SC" panose="020B0400000000000000" charset="-122"/>
                <a:ea typeface="PingFang SC" panose="020B0400000000000000" charset="-122"/>
                <a:cs typeface="PingFang SC" panose="020B0400000000000000" charset="-122"/>
              </a:defRPr>
            </a:pPr>
            <a:r>
              <a:rPr sz="2175" b="1">
                <a:solidFill>
                  <a:srgbClr val="070A10"/>
                </a:solidFill>
                <a:latin typeface="PingFang SC" panose="020B0400000000000000" charset="-122"/>
                <a:ea typeface="PingFang SC" panose="020B0400000000000000" charset="-122"/>
                <a:cs typeface="PingFang SC" panose="020B0400000000000000" charset="-122"/>
              </a:rPr>
              <a:t>让 AI 落进真实业务</a:t>
            </a:r>
            <a:endParaRPr sz="2175"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52" name="cover-intro"/>
          <p:cNvSpPr>
            <a:spLocks noGrp="1"/>
          </p:cNvSpPr>
          <p:nvPr/>
        </p:nvSpPr>
        <p:spPr>
          <a:xfrm>
            <a:off x="1123950" y="5600700"/>
            <a:ext cx="8096250" cy="685800"/>
          </a:xfrm>
          <a:prstGeom prst="rect">
            <a:avLst/>
          </a:prstGeom>
          <a:noFill/>
          <a:ln w="0">
            <a:noFill/>
            <a:prstDash val="solid"/>
          </a:ln>
        </p:spPr>
        <p:txBody>
          <a:bodyPr wrap="square" lIns="0" tIns="0" rIns="0" bIns="0" anchor="t">
            <a:normAutofit/>
          </a:bodyPr>
          <a:lstStyle/>
          <a:p>
            <a:pPr algn="l">
              <a:buNone/>
              <a:defRPr sz="2100" b="0">
                <a:solidFill>
                  <a:srgbClr val="677386"/>
                </a:solidFill>
                <a:latin typeface="PingFang SC" panose="020B0400000000000000" charset="-122"/>
                <a:ea typeface="PingFang SC" panose="020B0400000000000000" charset="-122"/>
                <a:cs typeface="PingFang SC" panose="020B0400000000000000" charset="-122"/>
              </a:defRPr>
            </a:pPr>
            <a:r>
              <a:rPr sz="2100" b="0">
                <a:solidFill>
                  <a:srgbClr val="677386"/>
                </a:solidFill>
                <a:latin typeface="PingFang SC" panose="020B0400000000000000" charset="-122"/>
                <a:ea typeface="PingFang SC" panose="020B0400000000000000" charset="-122"/>
                <a:cs typeface="PingFang SC" panose="020B0400000000000000" charset="-122"/>
              </a:rPr>
              <a:t>三城行动之后，我们把已经发生的实践，沉淀成案例、人才与课程。</a:t>
            </a:r>
            <a:endParaRPr sz="2100" b="0">
              <a:solidFill>
                <a:srgbClr val="677386"/>
              </a:solidFill>
              <a:latin typeface="PingFang SC" panose="020B0400000000000000" charset="-122"/>
              <a:ea typeface="PingFang SC" panose="020B0400000000000000" charset="-122"/>
              <a:cs typeface="PingFang SC" panose="020B0400000000000000" charset="-122"/>
            </a:endParaRPr>
          </a:p>
        </p:txBody>
      </p:sp>
      <p:sp>
        <p:nvSpPr>
          <p:cNvPr id="53" name="cover-card-1"/>
          <p:cNvSpPr>
            <a:spLocks noGrp="1"/>
          </p:cNvSpPr>
          <p:nvPr/>
        </p:nvSpPr>
        <p:spPr>
          <a:xfrm rot="-120000">
            <a:off x="11953875" y="2143125"/>
            <a:ext cx="4953000" cy="1695450"/>
          </a:xfrm>
          <a:prstGeom prst="rect">
            <a:avLst/>
          </a:prstGeom>
          <a:solidFill>
            <a:srgbClr val="FFFFFF"/>
          </a:solidFill>
          <a:ln w="9525">
            <a:noFill/>
            <a:prstDash val="solid"/>
          </a:ln>
        </p:spPr>
      </p:sp>
      <p:sp>
        <p:nvSpPr>
          <p:cNvPr id="54" name="cover-card-title-1"/>
          <p:cNvSpPr>
            <a:spLocks noGrp="1"/>
          </p:cNvSpPr>
          <p:nvPr/>
        </p:nvSpPr>
        <p:spPr>
          <a:xfrm>
            <a:off x="12277725" y="2381250"/>
            <a:ext cx="3143250" cy="381000"/>
          </a:xfrm>
          <a:prstGeom prst="rect">
            <a:avLst/>
          </a:prstGeom>
          <a:noFill/>
          <a:ln w="0">
            <a:noFill/>
            <a:prstDash val="solid"/>
          </a:ln>
        </p:spPr>
        <p:txBody>
          <a:bodyPr wrap="square" lIns="0" tIns="0" rIns="0" bIns="0" anchor="ctr">
            <a:normAutofit/>
          </a:bodyPr>
          <a:lstStyle/>
          <a:p>
            <a:pPr algn="l">
              <a:buNone/>
              <a:defRPr sz="2100" b="1">
                <a:solidFill>
                  <a:srgbClr val="0D1420"/>
                </a:solidFill>
                <a:latin typeface="PingFang SC" panose="020B0400000000000000" charset="-122"/>
                <a:ea typeface="PingFang SC" panose="020B0400000000000000" charset="-122"/>
                <a:cs typeface="PingFang SC" panose="020B0400000000000000" charset="-122"/>
              </a:defRPr>
            </a:pPr>
            <a:r>
              <a:rPr sz="2100" b="1">
                <a:solidFill>
                  <a:srgbClr val="0D1420"/>
                </a:solidFill>
                <a:latin typeface="PingFang SC" panose="020B0400000000000000" charset="-122"/>
                <a:ea typeface="PingFang SC" panose="020B0400000000000000" charset="-122"/>
                <a:cs typeface="PingFang SC" panose="020B0400000000000000" charset="-122"/>
              </a:rPr>
              <a:t>FDE 100 案例</a:t>
            </a:r>
            <a:endParaRPr sz="21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55" name="cover-card-count-1"/>
          <p:cNvSpPr>
            <a:spLocks noGrp="1"/>
          </p:cNvSpPr>
          <p:nvPr/>
        </p:nvSpPr>
        <p:spPr>
          <a:xfrm>
            <a:off x="15459075" y="2352675"/>
            <a:ext cx="1104900" cy="685800"/>
          </a:xfrm>
          <a:prstGeom prst="rect">
            <a:avLst/>
          </a:prstGeom>
          <a:noFill/>
          <a:ln w="0">
            <a:noFill/>
            <a:prstDash val="solid"/>
          </a:ln>
        </p:spPr>
        <p:txBody>
          <a:bodyPr wrap="square" lIns="0" tIns="0" rIns="0" bIns="0" anchor="ctr">
            <a:normAutofit fontScale="96774"/>
          </a:bodyPr>
          <a:lstStyle/>
          <a:p>
            <a:pPr algn="r">
              <a:buNone/>
              <a:defRPr sz="4650" b="1">
                <a:solidFill>
                  <a:srgbClr val="183FC7"/>
                </a:solidFill>
                <a:latin typeface="Arial" panose="020B0604020202090204"/>
                <a:ea typeface="Arial" panose="020B0604020202090204"/>
                <a:cs typeface="Arial" panose="020B0604020202090204"/>
              </a:defRPr>
            </a:pPr>
            <a:r>
              <a:rPr sz="4650" b="1">
                <a:solidFill>
                  <a:srgbClr val="183FC7"/>
                </a:solidFill>
                <a:latin typeface="Arial" panose="020B0604020202090204"/>
                <a:ea typeface="Arial" panose="020B0604020202090204"/>
                <a:cs typeface="Arial" panose="020B0604020202090204"/>
              </a:rPr>
              <a:t>24</a:t>
            </a:r>
            <a:endParaRPr sz="4650" b="1">
              <a:solidFill>
                <a:srgbClr val="183FC7"/>
              </a:solidFill>
              <a:latin typeface="Arial" panose="020B0604020202090204"/>
              <a:ea typeface="Arial" panose="020B0604020202090204"/>
              <a:cs typeface="Arial" panose="020B0604020202090204"/>
            </a:endParaRPr>
          </a:p>
        </p:txBody>
      </p:sp>
      <p:sp>
        <p:nvSpPr>
          <p:cNvPr id="56" name="cover-card-note-1"/>
          <p:cNvSpPr>
            <a:spLocks noGrp="1"/>
          </p:cNvSpPr>
          <p:nvPr/>
        </p:nvSpPr>
        <p:spPr>
          <a:xfrm>
            <a:off x="12277725" y="3143250"/>
            <a:ext cx="4286250" cy="361950"/>
          </a:xfrm>
          <a:prstGeom prst="rect">
            <a:avLst/>
          </a:prstGeom>
          <a:noFill/>
          <a:ln w="0">
            <a:noFill/>
            <a:prstDash val="solid"/>
          </a:ln>
        </p:spPr>
        <p:txBody>
          <a:bodyPr wrap="square" lIns="0" tIns="0" rIns="0" bIns="0" anchor="ctr">
            <a:normAutofit/>
          </a:bodyPr>
          <a:lstStyle/>
          <a:p>
            <a:pPr algn="l">
              <a:buNone/>
              <a:defRPr sz="1725" b="1">
                <a:solidFill>
                  <a:srgbClr val="475267"/>
                </a:solidFill>
                <a:latin typeface="PingFang SC" panose="020B0400000000000000" charset="-122"/>
                <a:ea typeface="PingFang SC" panose="020B0400000000000000" charset="-122"/>
                <a:cs typeface="PingFang SC" panose="020B0400000000000000" charset="-122"/>
              </a:defRPr>
            </a:pPr>
            <a:r>
              <a:rPr sz="1725" b="1">
                <a:solidFill>
                  <a:srgbClr val="475267"/>
                </a:solidFill>
                <a:latin typeface="PingFang SC" panose="020B0400000000000000" charset="-122"/>
                <a:ea typeface="PingFang SC" panose="020B0400000000000000" charset="-122"/>
                <a:cs typeface="PingFang SC" panose="020B0400000000000000" charset="-122"/>
              </a:rPr>
              <a:t>首批公开案例</a:t>
            </a:r>
            <a:endParaRPr sz="1725" b="1">
              <a:solidFill>
                <a:srgbClr val="475267"/>
              </a:solidFill>
              <a:latin typeface="PingFang SC" panose="020B0400000000000000" charset="-122"/>
              <a:ea typeface="PingFang SC" panose="020B0400000000000000" charset="-122"/>
              <a:cs typeface="PingFang SC" panose="020B0400000000000000" charset="-122"/>
            </a:endParaRPr>
          </a:p>
        </p:txBody>
      </p:sp>
      <p:sp>
        <p:nvSpPr>
          <p:cNvPr id="57" name="cover-card-2"/>
          <p:cNvSpPr>
            <a:spLocks noGrp="1"/>
          </p:cNvSpPr>
          <p:nvPr/>
        </p:nvSpPr>
        <p:spPr>
          <a:xfrm>
            <a:off x="12125325" y="4333875"/>
            <a:ext cx="4953000" cy="1695450"/>
          </a:xfrm>
          <a:prstGeom prst="rect">
            <a:avLst/>
          </a:prstGeom>
          <a:solidFill>
            <a:srgbClr val="A8E92D"/>
          </a:solidFill>
          <a:ln w="9525">
            <a:noFill/>
            <a:prstDash val="solid"/>
          </a:ln>
        </p:spPr>
      </p:sp>
      <p:sp>
        <p:nvSpPr>
          <p:cNvPr id="58" name="cover-card-title-2"/>
          <p:cNvSpPr>
            <a:spLocks noGrp="1"/>
          </p:cNvSpPr>
          <p:nvPr/>
        </p:nvSpPr>
        <p:spPr>
          <a:xfrm>
            <a:off x="12449175" y="4572000"/>
            <a:ext cx="3143250" cy="381000"/>
          </a:xfrm>
          <a:prstGeom prst="rect">
            <a:avLst/>
          </a:prstGeom>
          <a:noFill/>
          <a:ln w="0">
            <a:noFill/>
            <a:prstDash val="solid"/>
          </a:ln>
        </p:spPr>
        <p:txBody>
          <a:bodyPr wrap="square" lIns="0" tIns="0" rIns="0" bIns="0" anchor="ctr">
            <a:normAutofit/>
          </a:bodyPr>
          <a:lstStyle/>
          <a:p>
            <a:pPr algn="l">
              <a:buNone/>
              <a:defRPr sz="2100" b="1">
                <a:solidFill>
                  <a:srgbClr val="0D1420"/>
                </a:solidFill>
                <a:latin typeface="PingFang SC" panose="020B0400000000000000" charset="-122"/>
                <a:ea typeface="PingFang SC" panose="020B0400000000000000" charset="-122"/>
                <a:cs typeface="PingFang SC" panose="020B0400000000000000" charset="-122"/>
              </a:defRPr>
            </a:pPr>
            <a:r>
              <a:rPr sz="2100" b="1">
                <a:solidFill>
                  <a:srgbClr val="0D1420"/>
                </a:solidFill>
                <a:latin typeface="PingFang SC" panose="020B0400000000000000" charset="-122"/>
                <a:ea typeface="PingFang SC" panose="020B0400000000000000" charset="-122"/>
                <a:cs typeface="PingFang SC" panose="020B0400000000000000" charset="-122"/>
              </a:rPr>
              <a:t>FDE 100 先锋人物</a:t>
            </a:r>
            <a:endParaRPr sz="21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59" name="cover-card-count-2"/>
          <p:cNvSpPr>
            <a:spLocks noGrp="1"/>
          </p:cNvSpPr>
          <p:nvPr/>
        </p:nvSpPr>
        <p:spPr>
          <a:xfrm>
            <a:off x="15630525" y="4543425"/>
            <a:ext cx="1104900" cy="685800"/>
          </a:xfrm>
          <a:prstGeom prst="rect">
            <a:avLst/>
          </a:prstGeom>
          <a:noFill/>
          <a:ln w="0">
            <a:noFill/>
            <a:prstDash val="solid"/>
          </a:ln>
        </p:spPr>
        <p:txBody>
          <a:bodyPr wrap="square" lIns="0" tIns="0" rIns="0" bIns="0" anchor="ctr">
            <a:normAutofit fontScale="96774"/>
          </a:bodyPr>
          <a:lstStyle/>
          <a:p>
            <a:pPr algn="r">
              <a:buNone/>
              <a:defRPr sz="4650" b="1">
                <a:solidFill>
                  <a:srgbClr val="070A10"/>
                </a:solidFill>
                <a:latin typeface="Arial" panose="020B0604020202090204"/>
                <a:ea typeface="Arial" panose="020B0604020202090204"/>
                <a:cs typeface="Arial" panose="020B0604020202090204"/>
              </a:defRPr>
            </a:pPr>
            <a:r>
              <a:rPr sz="4650" b="1">
                <a:solidFill>
                  <a:srgbClr val="070A10"/>
                </a:solidFill>
                <a:latin typeface="Arial" panose="020B0604020202090204"/>
                <a:ea typeface="Arial" panose="020B0604020202090204"/>
                <a:cs typeface="Arial" panose="020B0604020202090204"/>
              </a:rPr>
              <a:t>22</a:t>
            </a:r>
            <a:endParaRPr sz="4650" b="1">
              <a:solidFill>
                <a:srgbClr val="070A10"/>
              </a:solidFill>
              <a:latin typeface="Arial" panose="020B0604020202090204"/>
              <a:ea typeface="Arial" panose="020B0604020202090204"/>
              <a:cs typeface="Arial" panose="020B0604020202090204"/>
            </a:endParaRPr>
          </a:p>
        </p:txBody>
      </p:sp>
      <p:sp>
        <p:nvSpPr>
          <p:cNvPr id="60" name="cover-card-note-2"/>
          <p:cNvSpPr>
            <a:spLocks noGrp="1"/>
          </p:cNvSpPr>
          <p:nvPr/>
        </p:nvSpPr>
        <p:spPr>
          <a:xfrm>
            <a:off x="12449175" y="5334000"/>
            <a:ext cx="4286250" cy="361950"/>
          </a:xfrm>
          <a:prstGeom prst="rect">
            <a:avLst/>
          </a:prstGeom>
          <a:noFill/>
          <a:ln w="0">
            <a:noFill/>
            <a:prstDash val="solid"/>
          </a:ln>
        </p:spPr>
        <p:txBody>
          <a:bodyPr wrap="square" lIns="0" tIns="0" rIns="0" bIns="0" anchor="ctr">
            <a:normAutofit/>
          </a:bodyPr>
          <a:lstStyle/>
          <a:p>
            <a:pPr algn="l">
              <a:buNone/>
              <a:defRPr sz="1725" b="1">
                <a:solidFill>
                  <a:srgbClr val="475267"/>
                </a:solidFill>
                <a:latin typeface="PingFang SC" panose="020B0400000000000000" charset="-122"/>
                <a:ea typeface="PingFang SC" panose="020B0400000000000000" charset="-122"/>
                <a:cs typeface="PingFang SC" panose="020B0400000000000000" charset="-122"/>
              </a:defRPr>
            </a:pPr>
            <a:r>
              <a:rPr sz="1725" b="1">
                <a:solidFill>
                  <a:srgbClr val="475267"/>
                </a:solidFill>
                <a:latin typeface="PingFang SC" panose="020B0400000000000000" charset="-122"/>
                <a:ea typeface="PingFang SC" panose="020B0400000000000000" charset="-122"/>
                <a:cs typeface="PingFang SC" panose="020B0400000000000000" charset="-122"/>
              </a:rPr>
              <a:t>首批先锋人物</a:t>
            </a:r>
            <a:endParaRPr sz="1725" b="1">
              <a:solidFill>
                <a:srgbClr val="475267"/>
              </a:solidFill>
              <a:latin typeface="PingFang SC" panose="020B0400000000000000" charset="-122"/>
              <a:ea typeface="PingFang SC" panose="020B0400000000000000" charset="-122"/>
              <a:cs typeface="PingFang SC" panose="020B0400000000000000" charset="-122"/>
            </a:endParaRPr>
          </a:p>
        </p:txBody>
      </p:sp>
      <p:sp>
        <p:nvSpPr>
          <p:cNvPr id="61" name="cover-card-3"/>
          <p:cNvSpPr>
            <a:spLocks noGrp="1"/>
          </p:cNvSpPr>
          <p:nvPr/>
        </p:nvSpPr>
        <p:spPr>
          <a:xfrm rot="90000">
            <a:off x="12296775" y="6524625"/>
            <a:ext cx="4953000" cy="1695450"/>
          </a:xfrm>
          <a:prstGeom prst="rect">
            <a:avLst/>
          </a:prstGeom>
          <a:solidFill>
            <a:srgbClr val="070A10"/>
          </a:solidFill>
          <a:ln w="9525">
            <a:solidFill>
              <a:srgbClr val="FFFFFF">
                <a:alpha val="18000"/>
              </a:srgbClr>
            </a:solidFill>
            <a:prstDash val="solid"/>
          </a:ln>
        </p:spPr>
      </p:sp>
      <p:sp>
        <p:nvSpPr>
          <p:cNvPr id="62" name="cover-card-title-3"/>
          <p:cNvSpPr>
            <a:spLocks noGrp="1"/>
          </p:cNvSpPr>
          <p:nvPr/>
        </p:nvSpPr>
        <p:spPr>
          <a:xfrm>
            <a:off x="12620625" y="6762750"/>
            <a:ext cx="3143250" cy="381000"/>
          </a:xfrm>
          <a:prstGeom prst="rect">
            <a:avLst/>
          </a:prstGeom>
          <a:noFill/>
          <a:ln w="0">
            <a:noFill/>
            <a:prstDash val="solid"/>
          </a:ln>
        </p:spPr>
        <p:txBody>
          <a:bodyPr wrap="square" lIns="0" tIns="0" rIns="0" bIns="0" anchor="ctr">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FDE 精选课程</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3" name="cover-card-count-3"/>
          <p:cNvSpPr>
            <a:spLocks noGrp="1"/>
          </p:cNvSpPr>
          <p:nvPr/>
        </p:nvSpPr>
        <p:spPr>
          <a:xfrm>
            <a:off x="15801975" y="6734175"/>
            <a:ext cx="1104900" cy="685800"/>
          </a:xfrm>
          <a:prstGeom prst="rect">
            <a:avLst/>
          </a:prstGeom>
          <a:noFill/>
          <a:ln w="0">
            <a:noFill/>
            <a:prstDash val="solid"/>
          </a:ln>
        </p:spPr>
        <p:txBody>
          <a:bodyPr wrap="square" lIns="0" tIns="0" rIns="0" bIns="0" anchor="ctr">
            <a:normAutofit/>
          </a:bodyPr>
          <a:lstStyle/>
          <a:p>
            <a:pPr algn="r">
              <a:buNone/>
              <a:defRPr sz="3600" b="1">
                <a:solidFill>
                  <a:srgbClr val="FF782E"/>
                </a:solidFill>
                <a:latin typeface="Arial" panose="020B0604020202090204"/>
                <a:ea typeface="Arial" panose="020B0604020202090204"/>
                <a:cs typeface="Arial" panose="020B0604020202090204"/>
              </a:defRPr>
            </a:pPr>
            <a:r>
              <a:rPr sz="3600" b="1">
                <a:solidFill>
                  <a:srgbClr val="FF782E"/>
                </a:solidFill>
                <a:latin typeface="Arial" panose="020B0604020202090204"/>
                <a:ea typeface="Arial" panose="020B0604020202090204"/>
                <a:cs typeface="Arial" panose="020B0604020202090204"/>
              </a:rPr>
              <a:t>6 + 4</a:t>
            </a:r>
            <a:endParaRPr sz="3600" b="1">
              <a:solidFill>
                <a:srgbClr val="FF782E"/>
              </a:solidFill>
              <a:latin typeface="Arial" panose="020B0604020202090204"/>
              <a:ea typeface="Arial" panose="020B0604020202090204"/>
              <a:cs typeface="Arial" panose="020B0604020202090204"/>
            </a:endParaRPr>
          </a:p>
        </p:txBody>
      </p:sp>
      <p:sp>
        <p:nvSpPr>
          <p:cNvPr id="64" name="cover-card-note-3"/>
          <p:cNvSpPr>
            <a:spLocks noGrp="1"/>
          </p:cNvSpPr>
          <p:nvPr/>
        </p:nvSpPr>
        <p:spPr>
          <a:xfrm>
            <a:off x="12620625" y="7524750"/>
            <a:ext cx="4286250" cy="361950"/>
          </a:xfrm>
          <a:prstGeom prst="rect">
            <a:avLst/>
          </a:prstGeom>
          <a:noFill/>
          <a:ln w="0">
            <a:noFill/>
            <a:prstDash val="solid"/>
          </a:ln>
        </p:spPr>
        <p:txBody>
          <a:bodyPr wrap="square" lIns="0" tIns="0" rIns="0" bIns="0" anchor="ctr">
            <a:normAutofit/>
          </a:bodyPr>
          <a:lstStyle/>
          <a:p>
            <a:pPr algn="l">
              <a:buNone/>
              <a:defRPr sz="1725" b="1">
                <a:solidFill>
                  <a:srgbClr val="AEB9CB"/>
                </a:solidFill>
                <a:latin typeface="PingFang SC" panose="020B0400000000000000" charset="-122"/>
                <a:ea typeface="PingFang SC" panose="020B0400000000000000" charset="-122"/>
                <a:cs typeface="PingFang SC" panose="020B0400000000000000" charset="-122"/>
              </a:defRPr>
            </a:pPr>
            <a:r>
              <a:rPr sz="1725" b="1">
                <a:solidFill>
                  <a:srgbClr val="AEB9CB"/>
                </a:solidFill>
                <a:latin typeface="PingFang SC" panose="020B0400000000000000" charset="-122"/>
                <a:ea typeface="PingFang SC" panose="020B0400000000000000" charset="-122"/>
                <a:cs typeface="PingFang SC" panose="020B0400000000000000" charset="-122"/>
              </a:rPr>
              <a:t>核心课程 · 真实场景专题</a:t>
            </a:r>
            <a:endParaRPr sz="1725" b="1">
              <a:solidFill>
                <a:srgbClr val="AEB9CB"/>
              </a:solidFill>
              <a:latin typeface="PingFang SC" panose="020B0400000000000000" charset="-122"/>
              <a:ea typeface="PingFang SC" panose="020B0400000000000000" charset="-122"/>
              <a:cs typeface="PingFang SC" panose="020B0400000000000000" charset="-122"/>
            </a:endParaRPr>
          </a:p>
        </p:txBody>
      </p:sp>
      <p:sp>
        <p:nvSpPr>
          <p:cNvPr id="65" name="footer-01 / 09-plate"/>
          <p:cNvSpPr>
            <a:spLocks noGrp="1"/>
          </p:cNvSpPr>
          <p:nvPr/>
        </p:nvSpPr>
        <p:spPr>
          <a:xfrm>
            <a:off x="1123950" y="9696450"/>
            <a:ext cx="16040100" cy="476250"/>
          </a:xfrm>
          <a:prstGeom prst="rect">
            <a:avLst/>
          </a:prstGeom>
          <a:solidFill>
            <a:srgbClr val="FFFFFF"/>
          </a:solidFill>
          <a:ln w="9525">
            <a:solidFill>
              <a:srgbClr val="DDE3ED"/>
            </a:solidFill>
            <a:prstDash val="solid"/>
          </a:ln>
        </p:spPr>
      </p:sp>
      <p:pic>
        <p:nvPicPr>
          <p:cNvPr id="140" name="footer-01 / 09-sjtu"/>
          <p:cNvPicPr>
            <a:picLocks noChangeAspect="1"/>
          </p:cNvPicPr>
          <p:nvPr/>
        </p:nvPicPr>
        <p:blipFill>
          <a:blip r:embed="rId1"/>
          <a:stretch>
            <a:fillRect/>
          </a:stretch>
        </p:blipFill>
        <p:spPr>
          <a:xfrm>
            <a:off x="1468075" y="9801225"/>
            <a:ext cx="1654900" cy="266700"/>
          </a:xfrm>
          <a:prstGeom prst="rect">
            <a:avLst/>
          </a:prstGeom>
        </p:spPr>
      </p:pic>
      <p:sp>
        <p:nvSpPr>
          <p:cNvPr id="67" name="footer-01 / 09-divider"/>
          <p:cNvSpPr>
            <a:spLocks noGrp="1"/>
          </p:cNvSpPr>
          <p:nvPr/>
        </p:nvSpPr>
        <p:spPr>
          <a:xfrm>
            <a:off x="3362325" y="9801225"/>
            <a:ext cx="0" cy="266700"/>
          </a:xfrm>
          <a:prstGeom prst="line">
            <a:avLst/>
          </a:prstGeom>
          <a:noFill/>
          <a:ln w="9525">
            <a:solidFill>
              <a:srgbClr val="CBD2DE"/>
            </a:solidFill>
            <a:prstDash val="solid"/>
          </a:ln>
        </p:spPr>
      </p:sp>
      <p:pic>
        <p:nvPicPr>
          <p:cNvPr id="142" name="footer-01 / 09-dw"/>
          <p:cNvPicPr>
            <a:picLocks noChangeAspect="1"/>
          </p:cNvPicPr>
          <p:nvPr/>
        </p:nvPicPr>
        <p:blipFill>
          <a:blip r:embed="rId2"/>
          <a:stretch>
            <a:fillRect/>
          </a:stretch>
        </p:blipFill>
        <p:spPr>
          <a:xfrm>
            <a:off x="3581400" y="9826745"/>
            <a:ext cx="1524000" cy="215660"/>
          </a:xfrm>
          <a:prstGeom prst="rect">
            <a:avLst/>
          </a:prstGeom>
        </p:spPr>
      </p:pic>
      <p:sp>
        <p:nvSpPr>
          <p:cNvPr id="69" name="footer-01 / 09-page"/>
          <p:cNvSpPr>
            <a:spLocks noGrp="1"/>
          </p:cNvSpPr>
          <p:nvPr/>
        </p:nvSpPr>
        <p:spPr>
          <a:xfrm>
            <a:off x="15830550" y="9829800"/>
            <a:ext cx="1047750" cy="20955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01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A10"/>
        </a:solidFill>
        <a:effectLst/>
      </p:bgPr>
    </p:bg>
    <p:spTree>
      <p:nvGrpSpPr>
        <p:cNvPr id="1" name=""/>
        <p:cNvGrpSpPr/>
        <p:nvPr/>
      </p:nvGrpSpPr>
      <p:grpSpPr/>
      <p:sp>
        <p:nvSpPr>
          <p:cNvPr id="34" name="policy-bg"/>
          <p:cNvSpPr>
            <a:spLocks noGrp="1"/>
          </p:cNvSpPr>
          <p:nvPr/>
        </p:nvSpPr>
        <p:spPr>
          <a:xfrm>
            <a:off x="0" y="0"/>
            <a:ext cx="18288000" cy="10287000"/>
          </a:xfrm>
          <a:prstGeom prst="rect">
            <a:avLst/>
          </a:prstGeom>
          <a:solidFill>
            <a:srgbClr val="070A10"/>
          </a:solidFill>
          <a:ln w="0">
            <a:noFill/>
            <a:prstDash val="solid"/>
          </a:ln>
        </p:spPr>
      </p:sp>
      <p:sp>
        <p:nvSpPr>
          <p:cNvPr id="2" name="policy-top-line"/>
          <p:cNvSpPr>
            <a:spLocks noGrp="1"/>
          </p:cNvSpPr>
          <p:nvPr/>
        </p:nvSpPr>
        <p:spPr>
          <a:xfrm>
            <a:off x="0" y="0"/>
            <a:ext cx="7429500" cy="95250"/>
          </a:xfrm>
          <a:prstGeom prst="rect">
            <a:avLst/>
          </a:prstGeom>
          <a:solidFill>
            <a:srgbClr val="A8E92D"/>
          </a:solidFill>
          <a:ln w="0">
            <a:noFill/>
            <a:prstDash val="solid"/>
          </a:ln>
        </p:spPr>
      </p:sp>
      <p:sp>
        <p:nvSpPr>
          <p:cNvPr id="3" name="policy-page"/>
          <p:cNvSpPr>
            <a:spLocks noGrp="1"/>
          </p:cNvSpPr>
          <p:nvPr/>
        </p:nvSpPr>
        <p:spPr>
          <a:xfrm>
            <a:off x="16478250" y="314325"/>
            <a:ext cx="1143000" cy="266700"/>
          </a:xfrm>
          <a:prstGeom prst="rect">
            <a:avLst/>
          </a:prstGeom>
          <a:noFill/>
          <a:ln w="0">
            <a:noFill/>
            <a:prstDash val="solid"/>
          </a:ln>
        </p:spPr>
        <p:txBody>
          <a:bodyPr wrap="square" lIns="0" tIns="0" rIns="0" bIns="0" anchor="ctr">
            <a:normAutofit/>
          </a:bodyPr>
          <a:lstStyle/>
          <a:p>
            <a:pPr algn="r">
              <a:buNone/>
              <a:defRPr sz="1125" b="1">
                <a:solidFill>
                  <a:srgbClr val="8D98AB"/>
                </a:solidFill>
                <a:latin typeface="Arial" panose="020B0604020202090204"/>
                <a:ea typeface="Arial" panose="020B0604020202090204"/>
                <a:cs typeface="Arial" panose="020B0604020202090204"/>
              </a:defRPr>
            </a:pPr>
            <a:r>
              <a:rPr sz="1125" b="1">
                <a:solidFill>
                  <a:srgbClr val="8D98AB"/>
                </a:solidFill>
                <a:latin typeface="Arial" panose="020B0604020202090204"/>
                <a:ea typeface="Arial" panose="020B0604020202090204"/>
                <a:cs typeface="Arial" panose="020B0604020202090204"/>
              </a:rPr>
              <a:t>02 / 08</a:t>
            </a:r>
            <a:endParaRPr sz="1125" b="1">
              <a:solidFill>
                <a:srgbClr val="8D98AB"/>
              </a:solidFill>
              <a:latin typeface="Arial" panose="020B0604020202090204"/>
              <a:ea typeface="Arial" panose="020B0604020202090204"/>
              <a:cs typeface="Arial" panose="020B0604020202090204"/>
            </a:endParaRPr>
          </a:p>
        </p:txBody>
      </p:sp>
      <p:sp>
        <p:nvSpPr>
          <p:cNvPr id="4" name="policy-kicker-bg"/>
          <p:cNvSpPr>
            <a:spLocks noGrp="1"/>
          </p:cNvSpPr>
          <p:nvPr/>
        </p:nvSpPr>
        <p:spPr>
          <a:xfrm>
            <a:off x="1123950" y="666750"/>
            <a:ext cx="1657350" cy="361950"/>
          </a:xfrm>
          <a:prstGeom prst="rect">
            <a:avLst/>
          </a:prstGeom>
          <a:solidFill>
            <a:srgbClr val="A8E92D"/>
          </a:solidFill>
          <a:ln w="0">
            <a:noFill/>
            <a:prstDash val="solid"/>
          </a:ln>
        </p:spPr>
      </p:sp>
      <p:sp>
        <p:nvSpPr>
          <p:cNvPr id="5" name="policy-kicker"/>
          <p:cNvSpPr>
            <a:spLocks noGrp="1"/>
          </p:cNvSpPr>
          <p:nvPr/>
        </p:nvSpPr>
        <p:spPr>
          <a:xfrm>
            <a:off x="1352550" y="723900"/>
            <a:ext cx="1200150" cy="247650"/>
          </a:xfrm>
          <a:prstGeom prst="rect">
            <a:avLst/>
          </a:prstGeom>
          <a:noFill/>
          <a:ln w="0">
            <a:noFill/>
            <a:prstDash val="solid"/>
          </a:ln>
        </p:spPr>
        <p:txBody>
          <a:bodyPr wrap="square" lIns="0" tIns="0" rIns="0" bIns="0" anchor="ctr">
            <a:normAutofit/>
          </a:bodyPr>
          <a:lstStyle/>
          <a:p>
            <a:pPr algn="ctr">
              <a:buNone/>
              <a:defRPr sz="1425" b="1">
                <a:solidFill>
                  <a:srgbClr val="070A10"/>
                </a:solidFill>
                <a:latin typeface="PingFang SC" panose="020B0400000000000000" charset="-122"/>
                <a:ea typeface="PingFang SC" panose="020B0400000000000000" charset="-122"/>
                <a:cs typeface="PingFang SC" panose="020B0400000000000000" charset="-122"/>
              </a:defRPr>
            </a:pPr>
            <a:r>
              <a:rPr sz="1425" b="1">
                <a:solidFill>
                  <a:srgbClr val="070A10"/>
                </a:solidFill>
                <a:latin typeface="PingFang SC" panose="020B0400000000000000" charset="-122"/>
                <a:ea typeface="PingFang SC" panose="020B0400000000000000" charset="-122"/>
                <a:cs typeface="PingFang SC" panose="020B0400000000000000" charset="-122"/>
              </a:rPr>
              <a:t>产业背景</a:t>
            </a:r>
            <a:endParaRPr sz="1425"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6" name="policy-title-1"/>
          <p:cNvSpPr>
            <a:spLocks noGrp="1"/>
          </p:cNvSpPr>
          <p:nvPr/>
        </p:nvSpPr>
        <p:spPr>
          <a:xfrm>
            <a:off x="1123950" y="1485900"/>
            <a:ext cx="7239000" cy="685800"/>
          </a:xfrm>
          <a:prstGeom prst="rect">
            <a:avLst/>
          </a:prstGeom>
          <a:noFill/>
          <a:ln w="0">
            <a:noFill/>
            <a:prstDash val="solid"/>
          </a:ln>
        </p:spPr>
        <p:txBody>
          <a:bodyPr wrap="square" lIns="0" tIns="0" rIns="0" bIns="0" anchor="ctr">
            <a:normAutofit/>
          </a:bodyPr>
          <a:lstStyle/>
          <a:p>
            <a:pPr algn="l">
              <a:buNone/>
              <a:defRPr sz="3900" b="1">
                <a:solidFill>
                  <a:srgbClr val="FFFFFF"/>
                </a:solidFill>
                <a:latin typeface="PingFang SC" panose="020B0400000000000000" charset="-122"/>
                <a:ea typeface="PingFang SC" panose="020B0400000000000000" charset="-122"/>
                <a:cs typeface="PingFang SC" panose="020B0400000000000000" charset="-122"/>
              </a:defRPr>
            </a:pPr>
            <a:r>
              <a:rPr sz="3900" b="1">
                <a:solidFill>
                  <a:srgbClr val="FFFFFF"/>
                </a:solidFill>
                <a:latin typeface="PingFang SC" panose="020B0400000000000000" charset="-122"/>
                <a:ea typeface="PingFang SC" panose="020B0400000000000000" charset="-122"/>
                <a:cs typeface="PingFang SC" panose="020B0400000000000000" charset="-122"/>
              </a:rPr>
              <a:t>工信部专项行动明确提出</a:t>
            </a:r>
            <a:endParaRPr sz="39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 name="policy-title-2"/>
          <p:cNvSpPr>
            <a:spLocks noGrp="1"/>
          </p:cNvSpPr>
          <p:nvPr/>
        </p:nvSpPr>
        <p:spPr>
          <a:xfrm>
            <a:off x="1123950" y="2228850"/>
            <a:ext cx="6858000" cy="819150"/>
          </a:xfrm>
          <a:prstGeom prst="rect">
            <a:avLst/>
          </a:prstGeom>
          <a:noFill/>
          <a:ln w="0">
            <a:noFill/>
            <a:prstDash val="solid"/>
          </a:ln>
        </p:spPr>
        <p:txBody>
          <a:bodyPr wrap="square" lIns="0" tIns="0" rIns="0" bIns="0" anchor="ctr">
            <a:normAutofit/>
          </a:bodyPr>
          <a:lstStyle/>
          <a:p>
            <a:pPr algn="l">
              <a:buNone/>
              <a:defRPr sz="4875" b="1">
                <a:solidFill>
                  <a:srgbClr val="A8E92D"/>
                </a:solidFill>
                <a:latin typeface="PingFang SC" panose="020B0400000000000000" charset="-122"/>
                <a:ea typeface="PingFang SC" panose="020B0400000000000000" charset="-122"/>
                <a:cs typeface="PingFang SC" panose="020B0400000000000000" charset="-122"/>
              </a:defRPr>
            </a:pPr>
            <a:r>
              <a:rPr sz="4875" b="1">
                <a:solidFill>
                  <a:srgbClr val="A8E92D"/>
                </a:solidFill>
                <a:latin typeface="PingFang SC" panose="020B0400000000000000" charset="-122"/>
                <a:ea typeface="PingFang SC" panose="020B0400000000000000" charset="-122"/>
                <a:cs typeface="PingFang SC" panose="020B0400000000000000" charset="-122"/>
              </a:rPr>
              <a:t>培育 FDE 团队</a:t>
            </a:r>
            <a:endParaRPr sz="4875" b="1">
              <a:solidFill>
                <a:srgbClr val="A8E92D"/>
              </a:solidFill>
              <a:latin typeface="PingFang SC" panose="020B0400000000000000" charset="-122"/>
              <a:ea typeface="PingFang SC" panose="020B0400000000000000" charset="-122"/>
              <a:cs typeface="PingFang SC" panose="020B0400000000000000" charset="-122"/>
            </a:endParaRPr>
          </a:p>
        </p:txBody>
      </p:sp>
      <p:sp>
        <p:nvSpPr>
          <p:cNvPr id="8" name="policy-lead"/>
          <p:cNvSpPr>
            <a:spLocks noGrp="1"/>
          </p:cNvSpPr>
          <p:nvPr/>
        </p:nvSpPr>
        <p:spPr>
          <a:xfrm>
            <a:off x="1123950" y="3314700"/>
            <a:ext cx="7239000" cy="647700"/>
          </a:xfrm>
          <a:prstGeom prst="rect">
            <a:avLst/>
          </a:prstGeom>
          <a:noFill/>
          <a:ln w="0">
            <a:noFill/>
            <a:prstDash val="solid"/>
          </a:ln>
        </p:spPr>
        <p:txBody>
          <a:bodyPr wrap="square" lIns="0" tIns="0" rIns="0" bIns="0" anchor="t">
            <a:normAutofit/>
          </a:bodyPr>
          <a:lstStyle/>
          <a:p>
            <a:pPr algn="l">
              <a:buNone/>
              <a:defRPr sz="2100" b="0">
                <a:solidFill>
                  <a:srgbClr val="D3DAE7"/>
                </a:solidFill>
                <a:latin typeface="PingFang SC" panose="020B0400000000000000" charset="-122"/>
                <a:ea typeface="PingFang SC" panose="020B0400000000000000" charset="-122"/>
                <a:cs typeface="PingFang SC" panose="020B0400000000000000" charset="-122"/>
              </a:defRPr>
            </a:pPr>
            <a:r>
              <a:rPr sz="2100" b="0">
                <a:solidFill>
                  <a:srgbClr val="D3DAE7"/>
                </a:solidFill>
                <a:latin typeface="PingFang SC" panose="020B0400000000000000" charset="-122"/>
                <a:ea typeface="PingFang SC" panose="020B0400000000000000" charset="-122"/>
                <a:cs typeface="PingFang SC" panose="020B0400000000000000" charset="-122"/>
              </a:rPr>
              <a:t>政策明确：到用户现场，把场景落地。</a:t>
            </a:r>
            <a:endParaRPr sz="2100" b="0">
              <a:solidFill>
                <a:srgbClr val="D3DAE7"/>
              </a:solidFill>
              <a:latin typeface="PingFang SC" panose="020B0400000000000000" charset="-122"/>
              <a:ea typeface="PingFang SC" panose="020B0400000000000000" charset="-122"/>
              <a:cs typeface="PingFang SC" panose="020B0400000000000000" charset="-122"/>
            </a:endParaRPr>
          </a:p>
        </p:txBody>
      </p:sp>
      <p:sp>
        <p:nvSpPr>
          <p:cNvPr id="9" name="policy-quote-bg"/>
          <p:cNvSpPr>
            <a:spLocks noGrp="1"/>
          </p:cNvSpPr>
          <p:nvPr/>
        </p:nvSpPr>
        <p:spPr>
          <a:xfrm>
            <a:off x="1123950" y="4457700"/>
            <a:ext cx="7239000" cy="1695450"/>
          </a:xfrm>
          <a:prstGeom prst="rect">
            <a:avLst/>
          </a:prstGeom>
          <a:solidFill>
            <a:srgbClr val="121A2A"/>
          </a:solidFill>
          <a:ln w="9525">
            <a:solidFill>
              <a:srgbClr val="2B3650"/>
            </a:solidFill>
            <a:prstDash val="solid"/>
          </a:ln>
        </p:spPr>
      </p:sp>
      <p:sp>
        <p:nvSpPr>
          <p:cNvPr id="10" name="policy-quote-line"/>
          <p:cNvSpPr>
            <a:spLocks noGrp="1"/>
          </p:cNvSpPr>
          <p:nvPr/>
        </p:nvSpPr>
        <p:spPr>
          <a:xfrm>
            <a:off x="1123950" y="4457700"/>
            <a:ext cx="76200" cy="1695450"/>
          </a:xfrm>
          <a:prstGeom prst="rect">
            <a:avLst/>
          </a:prstGeom>
          <a:solidFill>
            <a:srgbClr val="A8E92D"/>
          </a:solidFill>
          <a:ln w="0">
            <a:noFill/>
            <a:prstDash val="solid"/>
          </a:ln>
        </p:spPr>
      </p:sp>
      <p:sp>
        <p:nvSpPr>
          <p:cNvPr id="11" name="policy-quote-title"/>
          <p:cNvSpPr>
            <a:spLocks noGrp="1"/>
          </p:cNvSpPr>
          <p:nvPr/>
        </p:nvSpPr>
        <p:spPr>
          <a:xfrm>
            <a:off x="1485900" y="4791075"/>
            <a:ext cx="6381750" cy="428625"/>
          </a:xfrm>
          <a:prstGeom prst="rect">
            <a:avLst/>
          </a:prstGeom>
          <a:noFill/>
          <a:ln w="0">
            <a:noFill/>
            <a:prstDash val="solid"/>
          </a:ln>
        </p:spPr>
        <p:txBody>
          <a:bodyPr wrap="square" lIns="0" tIns="0" rIns="0" bIns="0" anchor="ctr">
            <a:normAutofit/>
          </a:bodyPr>
          <a:lstStyle/>
          <a:p>
            <a:pPr algn="l">
              <a:buNone/>
              <a:defRPr sz="2475" b="1">
                <a:solidFill>
                  <a:srgbClr val="FFFFFF"/>
                </a:solidFill>
                <a:latin typeface="PingFang SC" panose="020B0400000000000000" charset="-122"/>
                <a:ea typeface="PingFang SC" panose="020B0400000000000000" charset="-122"/>
                <a:cs typeface="PingFang SC" panose="020B0400000000000000" charset="-122"/>
              </a:defRPr>
            </a:pPr>
            <a:r>
              <a:rPr sz="2475" b="1">
                <a:solidFill>
                  <a:srgbClr val="FFFFFF"/>
                </a:solidFill>
                <a:latin typeface="PingFang SC" panose="020B0400000000000000" charset="-122"/>
                <a:ea typeface="PingFang SC" panose="020B0400000000000000" charset="-122"/>
                <a:cs typeface="PingFang SC" panose="020B0400000000000000" charset="-122"/>
              </a:rPr>
              <a:t>前线部署工程师（FDE）团队</a:t>
            </a:r>
            <a:endParaRPr sz="24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12" name="policy-quote-body"/>
          <p:cNvSpPr>
            <a:spLocks noGrp="1"/>
          </p:cNvSpPr>
          <p:nvPr/>
        </p:nvSpPr>
        <p:spPr>
          <a:xfrm>
            <a:off x="1485900" y="5429250"/>
            <a:ext cx="6191250" cy="400050"/>
          </a:xfrm>
          <a:prstGeom prst="rect">
            <a:avLst/>
          </a:prstGeom>
          <a:noFill/>
          <a:ln w="0">
            <a:noFill/>
            <a:prstDash val="solid"/>
          </a:ln>
        </p:spPr>
        <p:txBody>
          <a:bodyPr wrap="square" lIns="0" tIns="0" rIns="0" bIns="0" anchor="ctr">
            <a:normAutofit/>
          </a:bodyPr>
          <a:lstStyle/>
          <a:p>
            <a:pPr algn="l">
              <a:buNone/>
              <a:defRPr sz="2100" b="1">
                <a:solidFill>
                  <a:srgbClr val="A8E92D"/>
                </a:solidFill>
                <a:latin typeface="PingFang SC" panose="020B0400000000000000" charset="-122"/>
                <a:ea typeface="PingFang SC" panose="020B0400000000000000" charset="-122"/>
                <a:cs typeface="PingFang SC" panose="020B0400000000000000" charset="-122"/>
              </a:defRPr>
            </a:pPr>
            <a:r>
              <a:rPr sz="2100" b="1">
                <a:solidFill>
                  <a:srgbClr val="A8E92D"/>
                </a:solidFill>
                <a:latin typeface="PingFang SC" panose="020B0400000000000000" charset="-122"/>
                <a:ea typeface="PingFang SC" panose="020B0400000000000000" charset="-122"/>
                <a:cs typeface="PingFang SC" panose="020B0400000000000000" charset="-122"/>
              </a:rPr>
              <a:t>扎根用户现场 · 保障场景落地</a:t>
            </a:r>
            <a:endParaRPr sz="2100" b="1">
              <a:solidFill>
                <a:srgbClr val="A8E92D"/>
              </a:solidFill>
              <a:latin typeface="PingFang SC" panose="020B0400000000000000" charset="-122"/>
              <a:ea typeface="PingFang SC" panose="020B0400000000000000" charset="-122"/>
              <a:cs typeface="PingFang SC" panose="020B0400000000000000" charset="-122"/>
            </a:endParaRPr>
          </a:p>
        </p:txBody>
      </p:sp>
      <p:sp>
        <p:nvSpPr>
          <p:cNvPr id="13" name="policy-shot-shadow"/>
          <p:cNvSpPr>
            <a:spLocks noGrp="1"/>
          </p:cNvSpPr>
          <p:nvPr/>
        </p:nvSpPr>
        <p:spPr>
          <a:xfrm rot="72000">
            <a:off x="8896350" y="1028700"/>
            <a:ext cx="8343900" cy="4953000"/>
          </a:xfrm>
          <a:prstGeom prst="rect">
            <a:avLst/>
          </a:prstGeom>
          <a:solidFill>
            <a:srgbClr val="183FC7"/>
          </a:solidFill>
          <a:ln w="0">
            <a:noFill/>
            <a:prstDash val="solid"/>
          </a:ln>
        </p:spPr>
      </p:sp>
      <p:pic>
        <p:nvPicPr>
          <p:cNvPr id="51" name="policy-screenshot"/>
          <p:cNvPicPr>
            <a:picLocks noChangeAspect="1"/>
          </p:cNvPicPr>
          <p:nvPr/>
        </p:nvPicPr>
        <p:blipFill>
          <a:blip r:embed="rId1"/>
          <a:srcRect l="25" r="25"/>
          <a:stretch>
            <a:fillRect/>
          </a:stretch>
        </p:blipFill>
        <p:spPr>
          <a:xfrm>
            <a:off x="8705850" y="876300"/>
            <a:ext cx="8343900" cy="4695825"/>
          </a:xfrm>
          <a:prstGeom prst="rect">
            <a:avLst/>
          </a:prstGeom>
        </p:spPr>
      </p:pic>
      <p:sp>
        <p:nvSpPr>
          <p:cNvPr id="15" name="policy-shot-caption-bg"/>
          <p:cNvSpPr>
            <a:spLocks noGrp="1"/>
          </p:cNvSpPr>
          <p:nvPr/>
        </p:nvSpPr>
        <p:spPr>
          <a:xfrm>
            <a:off x="8705850" y="5524500"/>
            <a:ext cx="8343900" cy="704850"/>
          </a:xfrm>
          <a:prstGeom prst="rect">
            <a:avLst/>
          </a:prstGeom>
          <a:solidFill>
            <a:srgbClr val="A8E92D"/>
          </a:solidFill>
          <a:ln w="0">
            <a:noFill/>
            <a:prstDash val="solid"/>
          </a:ln>
        </p:spPr>
      </p:sp>
      <p:sp>
        <p:nvSpPr>
          <p:cNvPr id="16" name="policy-shot-caption"/>
          <p:cNvSpPr>
            <a:spLocks noGrp="1"/>
          </p:cNvSpPr>
          <p:nvPr/>
        </p:nvSpPr>
        <p:spPr>
          <a:xfrm>
            <a:off x="9029700" y="5686425"/>
            <a:ext cx="7715250" cy="381000"/>
          </a:xfrm>
          <a:prstGeom prst="rect">
            <a:avLst/>
          </a:prstGeom>
          <a:noFill/>
          <a:ln w="0">
            <a:noFill/>
            <a:prstDash val="solid"/>
          </a:ln>
        </p:spPr>
        <p:txBody>
          <a:bodyPr wrap="square" lIns="0" tIns="0" rIns="0" bIns="0" anchor="ctr">
            <a:normAutofit/>
          </a:bodyPr>
          <a:lstStyle/>
          <a:p>
            <a:pPr algn="l">
              <a:buNone/>
              <a:defRPr sz="1875" b="1">
                <a:solidFill>
                  <a:srgbClr val="070A10"/>
                </a:solidFill>
                <a:latin typeface="PingFang SC" panose="020B0400000000000000" charset="-122"/>
                <a:ea typeface="PingFang SC" panose="020B0400000000000000" charset="-122"/>
                <a:cs typeface="PingFang SC" panose="020B0400000000000000" charset="-122"/>
              </a:defRPr>
            </a:pPr>
            <a:r>
              <a:rPr sz="1875" b="1">
                <a:solidFill>
                  <a:srgbClr val="070A10"/>
                </a:solidFill>
                <a:latin typeface="PingFang SC" panose="020B0400000000000000" charset="-122"/>
                <a:ea typeface="PingFang SC" panose="020B0400000000000000" charset="-122"/>
                <a:cs typeface="PingFang SC" panose="020B0400000000000000" charset="-122"/>
              </a:rPr>
              <a:t>工信部办公厅｜人工智能应用服务商培育专项行动</a:t>
            </a:r>
            <a:endParaRPr sz="1875"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17" name="policy-point-1-bg"/>
          <p:cNvSpPr>
            <a:spLocks noGrp="1"/>
          </p:cNvSpPr>
          <p:nvPr/>
        </p:nvSpPr>
        <p:spPr>
          <a:xfrm>
            <a:off x="1123950" y="7029450"/>
            <a:ext cx="5114925" cy="1581150"/>
          </a:xfrm>
          <a:prstGeom prst="rect">
            <a:avLst/>
          </a:prstGeom>
          <a:solidFill>
            <a:srgbClr val="131A28"/>
          </a:solidFill>
          <a:ln w="9525">
            <a:solidFill>
              <a:srgbClr val="29334A"/>
            </a:solidFill>
            <a:prstDash val="solid"/>
          </a:ln>
        </p:spPr>
      </p:sp>
      <p:sp>
        <p:nvSpPr>
          <p:cNvPr id="18" name="policy-point-1-accent"/>
          <p:cNvSpPr>
            <a:spLocks noGrp="1"/>
          </p:cNvSpPr>
          <p:nvPr/>
        </p:nvSpPr>
        <p:spPr>
          <a:xfrm>
            <a:off x="1123950" y="7029450"/>
            <a:ext cx="5114925" cy="66675"/>
          </a:xfrm>
          <a:prstGeom prst="rect">
            <a:avLst/>
          </a:prstGeom>
          <a:solidFill>
            <a:srgbClr val="A8E92D"/>
          </a:solidFill>
          <a:ln w="0">
            <a:noFill/>
            <a:prstDash val="solid"/>
          </a:ln>
        </p:spPr>
      </p:sp>
      <p:sp>
        <p:nvSpPr>
          <p:cNvPr id="19" name="policy-point-1-title"/>
          <p:cNvSpPr>
            <a:spLocks noGrp="1"/>
          </p:cNvSpPr>
          <p:nvPr/>
        </p:nvSpPr>
        <p:spPr>
          <a:xfrm>
            <a:off x="1390650" y="7353300"/>
            <a:ext cx="4581525" cy="438150"/>
          </a:xfrm>
          <a:prstGeom prst="rect">
            <a:avLst/>
          </a:prstGeom>
          <a:noFill/>
          <a:ln w="0">
            <a:noFill/>
            <a:prstDash val="solid"/>
          </a:ln>
        </p:spPr>
        <p:txBody>
          <a:bodyPr wrap="square" lIns="0" tIns="0" rIns="0" bIns="0" anchor="ctr">
            <a:normAutofit/>
          </a:bodyPr>
          <a:lstStyle/>
          <a:p>
            <a:pPr algn="l">
              <a:buNone/>
              <a:defRPr sz="2400" b="1">
                <a:solidFill>
                  <a:srgbClr val="FFFFFF"/>
                </a:solidFill>
                <a:latin typeface="PingFang SC" panose="020B0400000000000000" charset="-122"/>
                <a:ea typeface="PingFang SC" panose="020B0400000000000000" charset="-122"/>
                <a:cs typeface="PingFang SC" panose="020B0400000000000000" charset="-122"/>
              </a:defRPr>
            </a:pPr>
            <a:r>
              <a:rPr sz="2400" b="1">
                <a:solidFill>
                  <a:srgbClr val="FFFFFF"/>
                </a:solidFill>
                <a:latin typeface="PingFang SC" panose="020B0400000000000000" charset="-122"/>
                <a:ea typeface="PingFang SC" panose="020B0400000000000000" charset="-122"/>
                <a:cs typeface="PingFang SC" panose="020B0400000000000000" charset="-122"/>
              </a:rPr>
              <a:t>到现场</a:t>
            </a:r>
            <a:endParaRPr sz="24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20" name="policy-point-1-body"/>
          <p:cNvSpPr>
            <a:spLocks noGrp="1"/>
          </p:cNvSpPr>
          <p:nvPr/>
        </p:nvSpPr>
        <p:spPr>
          <a:xfrm>
            <a:off x="1390650" y="7943850"/>
            <a:ext cx="4581525" cy="400050"/>
          </a:xfrm>
          <a:prstGeom prst="rect">
            <a:avLst/>
          </a:prstGeom>
          <a:noFill/>
          <a:ln w="0">
            <a:noFill/>
            <a:prstDash val="solid"/>
          </a:ln>
        </p:spPr>
        <p:txBody>
          <a:bodyPr wrap="square" lIns="0" tIns="0" rIns="0" bIns="0" anchor="ctr">
            <a:normAutofit/>
          </a:bodyPr>
          <a:lstStyle/>
          <a:p>
            <a:pPr algn="l">
              <a:buNone/>
              <a:defRPr sz="1725" b="0">
                <a:solidFill>
                  <a:srgbClr val="AEB9CB"/>
                </a:solidFill>
                <a:latin typeface="PingFang SC" panose="020B0400000000000000" charset="-122"/>
                <a:ea typeface="PingFang SC" panose="020B0400000000000000" charset="-122"/>
                <a:cs typeface="PingFang SC" panose="020B0400000000000000" charset="-122"/>
              </a:defRPr>
            </a:pPr>
            <a:r>
              <a:rPr sz="1725" b="0">
                <a:solidFill>
                  <a:srgbClr val="AEB9CB"/>
                </a:solidFill>
                <a:latin typeface="PingFang SC" panose="020B0400000000000000" charset="-122"/>
                <a:ea typeface="PingFang SC" panose="020B0400000000000000" charset="-122"/>
                <a:cs typeface="PingFang SC" panose="020B0400000000000000" charset="-122"/>
              </a:rPr>
              <a:t>从真实流程和业务问题开始</a:t>
            </a:r>
            <a:endParaRPr sz="1725"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21" name="policy-point-2-bg"/>
          <p:cNvSpPr>
            <a:spLocks noGrp="1"/>
          </p:cNvSpPr>
          <p:nvPr/>
        </p:nvSpPr>
        <p:spPr>
          <a:xfrm>
            <a:off x="6581775" y="7029450"/>
            <a:ext cx="5114925" cy="1581150"/>
          </a:xfrm>
          <a:prstGeom prst="rect">
            <a:avLst/>
          </a:prstGeom>
          <a:solidFill>
            <a:srgbClr val="131A28"/>
          </a:solidFill>
          <a:ln w="9525">
            <a:solidFill>
              <a:srgbClr val="29334A"/>
            </a:solidFill>
            <a:prstDash val="solid"/>
          </a:ln>
        </p:spPr>
      </p:sp>
      <p:sp>
        <p:nvSpPr>
          <p:cNvPr id="22" name="policy-point-2-accent"/>
          <p:cNvSpPr>
            <a:spLocks noGrp="1"/>
          </p:cNvSpPr>
          <p:nvPr/>
        </p:nvSpPr>
        <p:spPr>
          <a:xfrm>
            <a:off x="6581775" y="7029450"/>
            <a:ext cx="5114925" cy="66675"/>
          </a:xfrm>
          <a:prstGeom prst="rect">
            <a:avLst/>
          </a:prstGeom>
          <a:solidFill>
            <a:srgbClr val="2E5BFF"/>
          </a:solidFill>
          <a:ln w="0">
            <a:noFill/>
            <a:prstDash val="solid"/>
          </a:ln>
        </p:spPr>
      </p:sp>
      <p:sp>
        <p:nvSpPr>
          <p:cNvPr id="23" name="policy-point-2-title"/>
          <p:cNvSpPr>
            <a:spLocks noGrp="1"/>
          </p:cNvSpPr>
          <p:nvPr/>
        </p:nvSpPr>
        <p:spPr>
          <a:xfrm>
            <a:off x="6848475" y="7353300"/>
            <a:ext cx="4581525" cy="438150"/>
          </a:xfrm>
          <a:prstGeom prst="rect">
            <a:avLst/>
          </a:prstGeom>
          <a:noFill/>
          <a:ln w="0">
            <a:noFill/>
            <a:prstDash val="solid"/>
          </a:ln>
        </p:spPr>
        <p:txBody>
          <a:bodyPr wrap="square" lIns="0" tIns="0" rIns="0" bIns="0" anchor="ctr">
            <a:normAutofit/>
          </a:bodyPr>
          <a:lstStyle/>
          <a:p>
            <a:pPr algn="l">
              <a:buNone/>
              <a:defRPr sz="2400" b="1">
                <a:solidFill>
                  <a:srgbClr val="FFFFFF"/>
                </a:solidFill>
                <a:latin typeface="PingFang SC" panose="020B0400000000000000" charset="-122"/>
                <a:ea typeface="PingFang SC" panose="020B0400000000000000" charset="-122"/>
                <a:cs typeface="PingFang SC" panose="020B0400000000000000" charset="-122"/>
              </a:defRPr>
            </a:pPr>
            <a:r>
              <a:rPr sz="2400" b="1">
                <a:solidFill>
                  <a:srgbClr val="FFFFFF"/>
                </a:solidFill>
                <a:latin typeface="PingFang SC" panose="020B0400000000000000" charset="-122"/>
                <a:ea typeface="PingFang SC" panose="020B0400000000000000" charset="-122"/>
                <a:cs typeface="PingFang SC" panose="020B0400000000000000" charset="-122"/>
              </a:rPr>
              <a:t>做交付</a:t>
            </a:r>
            <a:endParaRPr sz="24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24" name="policy-point-2-body"/>
          <p:cNvSpPr>
            <a:spLocks noGrp="1"/>
          </p:cNvSpPr>
          <p:nvPr/>
        </p:nvSpPr>
        <p:spPr>
          <a:xfrm>
            <a:off x="6848475" y="7943850"/>
            <a:ext cx="4581525" cy="400050"/>
          </a:xfrm>
          <a:prstGeom prst="rect">
            <a:avLst/>
          </a:prstGeom>
          <a:noFill/>
          <a:ln w="0">
            <a:noFill/>
            <a:prstDash val="solid"/>
          </a:ln>
        </p:spPr>
        <p:txBody>
          <a:bodyPr wrap="square" lIns="0" tIns="0" rIns="0" bIns="0" anchor="ctr">
            <a:normAutofit/>
          </a:bodyPr>
          <a:lstStyle/>
          <a:p>
            <a:pPr algn="l">
              <a:buNone/>
              <a:defRPr sz="1725" b="0">
                <a:solidFill>
                  <a:srgbClr val="AEB9CB"/>
                </a:solidFill>
                <a:latin typeface="PingFang SC" panose="020B0400000000000000" charset="-122"/>
                <a:ea typeface="PingFang SC" panose="020B0400000000000000" charset="-122"/>
                <a:cs typeface="PingFang SC" panose="020B0400000000000000" charset="-122"/>
              </a:defRPr>
            </a:pPr>
            <a:r>
              <a:rPr sz="1725" b="0">
                <a:solidFill>
                  <a:srgbClr val="AEB9CB"/>
                </a:solidFill>
                <a:latin typeface="PingFang SC" panose="020B0400000000000000" charset="-122"/>
                <a:ea typeface="PingFang SC" panose="020B0400000000000000" charset="-122"/>
                <a:cs typeface="PingFang SC" panose="020B0400000000000000" charset="-122"/>
              </a:rPr>
              <a:t>把技术方案变成可运行结果</a:t>
            </a:r>
            <a:endParaRPr sz="1725"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25" name="policy-point-3-bg"/>
          <p:cNvSpPr>
            <a:spLocks noGrp="1"/>
          </p:cNvSpPr>
          <p:nvPr/>
        </p:nvSpPr>
        <p:spPr>
          <a:xfrm>
            <a:off x="12039600" y="7029450"/>
            <a:ext cx="5114925" cy="1581150"/>
          </a:xfrm>
          <a:prstGeom prst="rect">
            <a:avLst/>
          </a:prstGeom>
          <a:solidFill>
            <a:srgbClr val="131A28"/>
          </a:solidFill>
          <a:ln w="9525">
            <a:solidFill>
              <a:srgbClr val="29334A"/>
            </a:solidFill>
            <a:prstDash val="solid"/>
          </a:ln>
        </p:spPr>
      </p:sp>
      <p:sp>
        <p:nvSpPr>
          <p:cNvPr id="26" name="policy-point-3-accent"/>
          <p:cNvSpPr>
            <a:spLocks noGrp="1"/>
          </p:cNvSpPr>
          <p:nvPr/>
        </p:nvSpPr>
        <p:spPr>
          <a:xfrm>
            <a:off x="12039600" y="7029450"/>
            <a:ext cx="5114925" cy="66675"/>
          </a:xfrm>
          <a:prstGeom prst="rect">
            <a:avLst/>
          </a:prstGeom>
          <a:solidFill>
            <a:srgbClr val="FF782E"/>
          </a:solidFill>
          <a:ln w="0">
            <a:noFill/>
            <a:prstDash val="solid"/>
          </a:ln>
        </p:spPr>
      </p:sp>
      <p:sp>
        <p:nvSpPr>
          <p:cNvPr id="27" name="policy-point-3-title"/>
          <p:cNvSpPr>
            <a:spLocks noGrp="1"/>
          </p:cNvSpPr>
          <p:nvPr/>
        </p:nvSpPr>
        <p:spPr>
          <a:xfrm>
            <a:off x="12306300" y="7353300"/>
            <a:ext cx="4581525" cy="438150"/>
          </a:xfrm>
          <a:prstGeom prst="rect">
            <a:avLst/>
          </a:prstGeom>
          <a:noFill/>
          <a:ln w="0">
            <a:noFill/>
            <a:prstDash val="solid"/>
          </a:ln>
        </p:spPr>
        <p:txBody>
          <a:bodyPr wrap="square" lIns="0" tIns="0" rIns="0" bIns="0" anchor="ctr">
            <a:normAutofit/>
          </a:bodyPr>
          <a:lstStyle/>
          <a:p>
            <a:pPr algn="l">
              <a:buNone/>
              <a:defRPr sz="2400" b="1">
                <a:solidFill>
                  <a:srgbClr val="FFFFFF"/>
                </a:solidFill>
                <a:latin typeface="PingFang SC" panose="020B0400000000000000" charset="-122"/>
                <a:ea typeface="PingFang SC" panose="020B0400000000000000" charset="-122"/>
                <a:cs typeface="PingFang SC" panose="020B0400000000000000" charset="-122"/>
              </a:defRPr>
            </a:pPr>
            <a:r>
              <a:rPr sz="2400" b="1">
                <a:solidFill>
                  <a:srgbClr val="FFFFFF"/>
                </a:solidFill>
                <a:latin typeface="PingFang SC" panose="020B0400000000000000" charset="-122"/>
                <a:ea typeface="PingFang SC" panose="020B0400000000000000" charset="-122"/>
                <a:cs typeface="PingFang SC" panose="020B0400000000000000" charset="-122"/>
              </a:rPr>
              <a:t>能持续</a:t>
            </a:r>
            <a:endParaRPr sz="24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28" name="policy-point-3-body"/>
          <p:cNvSpPr>
            <a:spLocks noGrp="1"/>
          </p:cNvSpPr>
          <p:nvPr/>
        </p:nvSpPr>
        <p:spPr>
          <a:xfrm>
            <a:off x="12306300" y="7943850"/>
            <a:ext cx="4581525" cy="400050"/>
          </a:xfrm>
          <a:prstGeom prst="rect">
            <a:avLst/>
          </a:prstGeom>
          <a:noFill/>
          <a:ln w="0">
            <a:noFill/>
            <a:prstDash val="solid"/>
          </a:ln>
        </p:spPr>
        <p:txBody>
          <a:bodyPr wrap="square" lIns="0" tIns="0" rIns="0" bIns="0" anchor="ctr">
            <a:normAutofit/>
          </a:bodyPr>
          <a:lstStyle/>
          <a:p>
            <a:pPr algn="l">
              <a:buNone/>
              <a:defRPr sz="1725" b="0">
                <a:solidFill>
                  <a:srgbClr val="AEB9CB"/>
                </a:solidFill>
                <a:latin typeface="PingFang SC" panose="020B0400000000000000" charset="-122"/>
                <a:ea typeface="PingFang SC" panose="020B0400000000000000" charset="-122"/>
                <a:cs typeface="PingFang SC" panose="020B0400000000000000" charset="-122"/>
              </a:defRPr>
            </a:pPr>
            <a:r>
              <a:rPr sz="1725" b="0">
                <a:solidFill>
                  <a:srgbClr val="AEB9CB"/>
                </a:solidFill>
                <a:latin typeface="PingFang SC" panose="020B0400000000000000" charset="-122"/>
                <a:ea typeface="PingFang SC" panose="020B0400000000000000" charset="-122"/>
                <a:cs typeface="PingFang SC" panose="020B0400000000000000" charset="-122"/>
              </a:rPr>
              <a:t>沉淀人才、案例与方法体系</a:t>
            </a:r>
            <a:endParaRPr sz="1725"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29" name="footer-02 / 09-plate"/>
          <p:cNvSpPr>
            <a:spLocks noGrp="1"/>
          </p:cNvSpPr>
          <p:nvPr/>
        </p:nvSpPr>
        <p:spPr>
          <a:xfrm>
            <a:off x="1123950" y="9696450"/>
            <a:ext cx="16040100" cy="476250"/>
          </a:xfrm>
          <a:prstGeom prst="rect">
            <a:avLst/>
          </a:prstGeom>
          <a:solidFill>
            <a:srgbClr val="FFFFFF"/>
          </a:solidFill>
          <a:ln w="9525">
            <a:solidFill>
              <a:srgbClr val="FFFFFF">
                <a:alpha val="18000"/>
              </a:srgbClr>
            </a:solidFill>
            <a:prstDash val="solid"/>
          </a:ln>
        </p:spPr>
      </p:sp>
      <p:pic>
        <p:nvPicPr>
          <p:cNvPr id="67" name="footer-02 / 09-sjtu"/>
          <p:cNvPicPr>
            <a:picLocks noChangeAspect="1"/>
          </p:cNvPicPr>
          <p:nvPr/>
        </p:nvPicPr>
        <p:blipFill>
          <a:blip r:embed="rId2"/>
          <a:stretch>
            <a:fillRect/>
          </a:stretch>
        </p:blipFill>
        <p:spPr>
          <a:xfrm>
            <a:off x="1468075" y="9801225"/>
            <a:ext cx="1654900" cy="266700"/>
          </a:xfrm>
          <a:prstGeom prst="rect">
            <a:avLst/>
          </a:prstGeom>
        </p:spPr>
      </p:pic>
      <p:sp>
        <p:nvSpPr>
          <p:cNvPr id="31" name="footer-02 / 09-divider"/>
          <p:cNvSpPr>
            <a:spLocks noGrp="1"/>
          </p:cNvSpPr>
          <p:nvPr/>
        </p:nvSpPr>
        <p:spPr>
          <a:xfrm>
            <a:off x="3362325" y="9801225"/>
            <a:ext cx="0" cy="266700"/>
          </a:xfrm>
          <a:prstGeom prst="line">
            <a:avLst/>
          </a:prstGeom>
          <a:noFill/>
          <a:ln w="9525">
            <a:solidFill>
              <a:srgbClr val="CBD2DE"/>
            </a:solidFill>
            <a:prstDash val="solid"/>
          </a:ln>
        </p:spPr>
      </p:sp>
      <p:pic>
        <p:nvPicPr>
          <p:cNvPr id="69" name="footer-02 / 09-dw"/>
          <p:cNvPicPr>
            <a:picLocks noChangeAspect="1"/>
          </p:cNvPicPr>
          <p:nvPr/>
        </p:nvPicPr>
        <p:blipFill>
          <a:blip r:embed="rId3"/>
          <a:stretch>
            <a:fillRect/>
          </a:stretch>
        </p:blipFill>
        <p:spPr>
          <a:xfrm>
            <a:off x="3581400" y="9826745"/>
            <a:ext cx="1524000" cy="215660"/>
          </a:xfrm>
          <a:prstGeom prst="rect">
            <a:avLst/>
          </a:prstGeom>
        </p:spPr>
      </p:pic>
      <p:sp>
        <p:nvSpPr>
          <p:cNvPr id="33" name="footer-02 / 09-page"/>
          <p:cNvSpPr>
            <a:spLocks noGrp="1"/>
          </p:cNvSpPr>
          <p:nvPr/>
        </p:nvSpPr>
        <p:spPr>
          <a:xfrm>
            <a:off x="15830550" y="9829800"/>
            <a:ext cx="1047750" cy="20955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02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A10"/>
        </a:solidFill>
        <a:effectLst/>
      </p:bgPr>
    </p:bg>
    <p:spTree>
      <p:nvGrpSpPr>
        <p:cNvPr id="1" name=""/>
        <p:cNvGrpSpPr/>
        <p:nvPr/>
      </p:nvGrpSpPr>
      <p:grpSpPr/>
      <p:sp>
        <p:nvSpPr>
          <p:cNvPr id="91" name="partner-review-grid-v-0"/>
          <p:cNvSpPr>
            <a:spLocks noGrp="1"/>
          </p:cNvSpPr>
          <p:nvPr/>
        </p:nvSpPr>
        <p:spPr>
          <a:xfrm>
            <a:off x="0" y="0"/>
            <a:ext cx="0" cy="10287000"/>
          </a:xfrm>
          <a:prstGeom prst="line">
            <a:avLst/>
          </a:prstGeom>
          <a:noFill/>
          <a:ln w="6191">
            <a:solidFill>
              <a:srgbClr val="72829D">
                <a:alpha val="10000"/>
              </a:srgbClr>
            </a:solidFill>
            <a:prstDash val="solid"/>
          </a:ln>
        </p:spPr>
      </p:sp>
      <p:sp>
        <p:nvSpPr>
          <p:cNvPr id="2" name="partner-review-grid-v-64"/>
          <p:cNvSpPr>
            <a:spLocks noGrp="1"/>
          </p:cNvSpPr>
          <p:nvPr/>
        </p:nvSpPr>
        <p:spPr>
          <a:xfrm>
            <a:off x="609600" y="0"/>
            <a:ext cx="0" cy="10287000"/>
          </a:xfrm>
          <a:prstGeom prst="line">
            <a:avLst/>
          </a:prstGeom>
          <a:noFill/>
          <a:ln w="6191">
            <a:solidFill>
              <a:srgbClr val="72829D">
                <a:alpha val="10000"/>
              </a:srgbClr>
            </a:solidFill>
            <a:prstDash val="solid"/>
          </a:ln>
        </p:spPr>
      </p:sp>
      <p:sp>
        <p:nvSpPr>
          <p:cNvPr id="3" name="partner-review-grid-v-128"/>
          <p:cNvSpPr>
            <a:spLocks noGrp="1"/>
          </p:cNvSpPr>
          <p:nvPr/>
        </p:nvSpPr>
        <p:spPr>
          <a:xfrm>
            <a:off x="1219200" y="0"/>
            <a:ext cx="0" cy="10287000"/>
          </a:xfrm>
          <a:prstGeom prst="line">
            <a:avLst/>
          </a:prstGeom>
          <a:noFill/>
          <a:ln w="6191">
            <a:solidFill>
              <a:srgbClr val="72829D">
                <a:alpha val="10000"/>
              </a:srgbClr>
            </a:solidFill>
            <a:prstDash val="solid"/>
          </a:ln>
        </p:spPr>
      </p:sp>
      <p:sp>
        <p:nvSpPr>
          <p:cNvPr id="4" name="partner-review-grid-v-192"/>
          <p:cNvSpPr>
            <a:spLocks noGrp="1"/>
          </p:cNvSpPr>
          <p:nvPr/>
        </p:nvSpPr>
        <p:spPr>
          <a:xfrm>
            <a:off x="1828800" y="0"/>
            <a:ext cx="0" cy="10287000"/>
          </a:xfrm>
          <a:prstGeom prst="line">
            <a:avLst/>
          </a:prstGeom>
          <a:noFill/>
          <a:ln w="6191">
            <a:solidFill>
              <a:srgbClr val="72829D">
                <a:alpha val="10000"/>
              </a:srgbClr>
            </a:solidFill>
            <a:prstDash val="solid"/>
          </a:ln>
        </p:spPr>
      </p:sp>
      <p:sp>
        <p:nvSpPr>
          <p:cNvPr id="5" name="partner-review-grid-v-256"/>
          <p:cNvSpPr>
            <a:spLocks noGrp="1"/>
          </p:cNvSpPr>
          <p:nvPr/>
        </p:nvSpPr>
        <p:spPr>
          <a:xfrm>
            <a:off x="2438400" y="0"/>
            <a:ext cx="0" cy="10287000"/>
          </a:xfrm>
          <a:prstGeom prst="line">
            <a:avLst/>
          </a:prstGeom>
          <a:noFill/>
          <a:ln w="6191">
            <a:solidFill>
              <a:srgbClr val="72829D">
                <a:alpha val="10000"/>
              </a:srgbClr>
            </a:solidFill>
            <a:prstDash val="solid"/>
          </a:ln>
        </p:spPr>
      </p:sp>
      <p:sp>
        <p:nvSpPr>
          <p:cNvPr id="6" name="partner-review-grid-v-320"/>
          <p:cNvSpPr>
            <a:spLocks noGrp="1"/>
          </p:cNvSpPr>
          <p:nvPr/>
        </p:nvSpPr>
        <p:spPr>
          <a:xfrm>
            <a:off x="3048000" y="0"/>
            <a:ext cx="0" cy="10287000"/>
          </a:xfrm>
          <a:prstGeom prst="line">
            <a:avLst/>
          </a:prstGeom>
          <a:noFill/>
          <a:ln w="6191">
            <a:solidFill>
              <a:srgbClr val="72829D">
                <a:alpha val="10000"/>
              </a:srgbClr>
            </a:solidFill>
            <a:prstDash val="solid"/>
          </a:ln>
        </p:spPr>
      </p:sp>
      <p:sp>
        <p:nvSpPr>
          <p:cNvPr id="7" name="partner-review-grid-v-384"/>
          <p:cNvSpPr>
            <a:spLocks noGrp="1"/>
          </p:cNvSpPr>
          <p:nvPr/>
        </p:nvSpPr>
        <p:spPr>
          <a:xfrm>
            <a:off x="3657600" y="0"/>
            <a:ext cx="0" cy="10287000"/>
          </a:xfrm>
          <a:prstGeom prst="line">
            <a:avLst/>
          </a:prstGeom>
          <a:noFill/>
          <a:ln w="6191">
            <a:solidFill>
              <a:srgbClr val="72829D">
                <a:alpha val="10000"/>
              </a:srgbClr>
            </a:solidFill>
            <a:prstDash val="solid"/>
          </a:ln>
        </p:spPr>
      </p:sp>
      <p:sp>
        <p:nvSpPr>
          <p:cNvPr id="8" name="partner-review-grid-v-448"/>
          <p:cNvSpPr>
            <a:spLocks noGrp="1"/>
          </p:cNvSpPr>
          <p:nvPr/>
        </p:nvSpPr>
        <p:spPr>
          <a:xfrm>
            <a:off x="4267200" y="0"/>
            <a:ext cx="0" cy="10287000"/>
          </a:xfrm>
          <a:prstGeom prst="line">
            <a:avLst/>
          </a:prstGeom>
          <a:noFill/>
          <a:ln w="6191">
            <a:solidFill>
              <a:srgbClr val="72829D">
                <a:alpha val="10000"/>
              </a:srgbClr>
            </a:solidFill>
            <a:prstDash val="solid"/>
          </a:ln>
        </p:spPr>
      </p:sp>
      <p:sp>
        <p:nvSpPr>
          <p:cNvPr id="9" name="partner-review-grid-v-512"/>
          <p:cNvSpPr>
            <a:spLocks noGrp="1"/>
          </p:cNvSpPr>
          <p:nvPr/>
        </p:nvSpPr>
        <p:spPr>
          <a:xfrm>
            <a:off x="4876800" y="0"/>
            <a:ext cx="0" cy="10287000"/>
          </a:xfrm>
          <a:prstGeom prst="line">
            <a:avLst/>
          </a:prstGeom>
          <a:noFill/>
          <a:ln w="6191">
            <a:solidFill>
              <a:srgbClr val="72829D">
                <a:alpha val="10000"/>
              </a:srgbClr>
            </a:solidFill>
            <a:prstDash val="solid"/>
          </a:ln>
        </p:spPr>
      </p:sp>
      <p:sp>
        <p:nvSpPr>
          <p:cNvPr id="10" name="partner-review-grid-v-576"/>
          <p:cNvSpPr>
            <a:spLocks noGrp="1"/>
          </p:cNvSpPr>
          <p:nvPr/>
        </p:nvSpPr>
        <p:spPr>
          <a:xfrm>
            <a:off x="5486400" y="0"/>
            <a:ext cx="0" cy="10287000"/>
          </a:xfrm>
          <a:prstGeom prst="line">
            <a:avLst/>
          </a:prstGeom>
          <a:noFill/>
          <a:ln w="6191">
            <a:solidFill>
              <a:srgbClr val="72829D">
                <a:alpha val="10000"/>
              </a:srgbClr>
            </a:solidFill>
            <a:prstDash val="solid"/>
          </a:ln>
        </p:spPr>
      </p:sp>
      <p:sp>
        <p:nvSpPr>
          <p:cNvPr id="11" name="partner-review-grid-v-640"/>
          <p:cNvSpPr>
            <a:spLocks noGrp="1"/>
          </p:cNvSpPr>
          <p:nvPr/>
        </p:nvSpPr>
        <p:spPr>
          <a:xfrm>
            <a:off x="6096000" y="0"/>
            <a:ext cx="0" cy="10287000"/>
          </a:xfrm>
          <a:prstGeom prst="line">
            <a:avLst/>
          </a:prstGeom>
          <a:noFill/>
          <a:ln w="6191">
            <a:solidFill>
              <a:srgbClr val="72829D">
                <a:alpha val="10000"/>
              </a:srgbClr>
            </a:solidFill>
            <a:prstDash val="solid"/>
          </a:ln>
        </p:spPr>
      </p:sp>
      <p:sp>
        <p:nvSpPr>
          <p:cNvPr id="12" name="partner-review-grid-v-704"/>
          <p:cNvSpPr>
            <a:spLocks noGrp="1"/>
          </p:cNvSpPr>
          <p:nvPr/>
        </p:nvSpPr>
        <p:spPr>
          <a:xfrm>
            <a:off x="6705600" y="0"/>
            <a:ext cx="0" cy="10287000"/>
          </a:xfrm>
          <a:prstGeom prst="line">
            <a:avLst/>
          </a:prstGeom>
          <a:noFill/>
          <a:ln w="6191">
            <a:solidFill>
              <a:srgbClr val="72829D">
                <a:alpha val="10000"/>
              </a:srgbClr>
            </a:solidFill>
            <a:prstDash val="solid"/>
          </a:ln>
        </p:spPr>
      </p:sp>
      <p:sp>
        <p:nvSpPr>
          <p:cNvPr id="13" name="partner-review-grid-v-768"/>
          <p:cNvSpPr>
            <a:spLocks noGrp="1"/>
          </p:cNvSpPr>
          <p:nvPr/>
        </p:nvSpPr>
        <p:spPr>
          <a:xfrm>
            <a:off x="7315200" y="0"/>
            <a:ext cx="0" cy="10287000"/>
          </a:xfrm>
          <a:prstGeom prst="line">
            <a:avLst/>
          </a:prstGeom>
          <a:noFill/>
          <a:ln w="6191">
            <a:solidFill>
              <a:srgbClr val="72829D">
                <a:alpha val="10000"/>
              </a:srgbClr>
            </a:solidFill>
            <a:prstDash val="solid"/>
          </a:ln>
        </p:spPr>
      </p:sp>
      <p:sp>
        <p:nvSpPr>
          <p:cNvPr id="14" name="partner-review-grid-v-832"/>
          <p:cNvSpPr>
            <a:spLocks noGrp="1"/>
          </p:cNvSpPr>
          <p:nvPr/>
        </p:nvSpPr>
        <p:spPr>
          <a:xfrm>
            <a:off x="7924800" y="0"/>
            <a:ext cx="0" cy="10287000"/>
          </a:xfrm>
          <a:prstGeom prst="line">
            <a:avLst/>
          </a:prstGeom>
          <a:noFill/>
          <a:ln w="6191">
            <a:solidFill>
              <a:srgbClr val="72829D">
                <a:alpha val="10000"/>
              </a:srgbClr>
            </a:solidFill>
            <a:prstDash val="solid"/>
          </a:ln>
        </p:spPr>
      </p:sp>
      <p:sp>
        <p:nvSpPr>
          <p:cNvPr id="15" name="partner-review-grid-v-896"/>
          <p:cNvSpPr>
            <a:spLocks noGrp="1"/>
          </p:cNvSpPr>
          <p:nvPr/>
        </p:nvSpPr>
        <p:spPr>
          <a:xfrm>
            <a:off x="8534400" y="0"/>
            <a:ext cx="0" cy="10287000"/>
          </a:xfrm>
          <a:prstGeom prst="line">
            <a:avLst/>
          </a:prstGeom>
          <a:noFill/>
          <a:ln w="6191">
            <a:solidFill>
              <a:srgbClr val="72829D">
                <a:alpha val="10000"/>
              </a:srgbClr>
            </a:solidFill>
            <a:prstDash val="solid"/>
          </a:ln>
        </p:spPr>
      </p:sp>
      <p:sp>
        <p:nvSpPr>
          <p:cNvPr id="16" name="partner-review-grid-v-960"/>
          <p:cNvSpPr>
            <a:spLocks noGrp="1"/>
          </p:cNvSpPr>
          <p:nvPr/>
        </p:nvSpPr>
        <p:spPr>
          <a:xfrm>
            <a:off x="9144000" y="0"/>
            <a:ext cx="0" cy="10287000"/>
          </a:xfrm>
          <a:prstGeom prst="line">
            <a:avLst/>
          </a:prstGeom>
          <a:noFill/>
          <a:ln w="6191">
            <a:solidFill>
              <a:srgbClr val="72829D">
                <a:alpha val="10000"/>
              </a:srgbClr>
            </a:solidFill>
            <a:prstDash val="solid"/>
          </a:ln>
        </p:spPr>
      </p:sp>
      <p:sp>
        <p:nvSpPr>
          <p:cNvPr id="17" name="partner-review-grid-v-1024"/>
          <p:cNvSpPr>
            <a:spLocks noGrp="1"/>
          </p:cNvSpPr>
          <p:nvPr/>
        </p:nvSpPr>
        <p:spPr>
          <a:xfrm>
            <a:off x="9753600" y="0"/>
            <a:ext cx="0" cy="10287000"/>
          </a:xfrm>
          <a:prstGeom prst="line">
            <a:avLst/>
          </a:prstGeom>
          <a:noFill/>
          <a:ln w="6191">
            <a:solidFill>
              <a:srgbClr val="72829D">
                <a:alpha val="10000"/>
              </a:srgbClr>
            </a:solidFill>
            <a:prstDash val="solid"/>
          </a:ln>
        </p:spPr>
      </p:sp>
      <p:sp>
        <p:nvSpPr>
          <p:cNvPr id="18" name="partner-review-grid-v-1088"/>
          <p:cNvSpPr>
            <a:spLocks noGrp="1"/>
          </p:cNvSpPr>
          <p:nvPr/>
        </p:nvSpPr>
        <p:spPr>
          <a:xfrm>
            <a:off x="10363200" y="0"/>
            <a:ext cx="0" cy="10287000"/>
          </a:xfrm>
          <a:prstGeom prst="line">
            <a:avLst/>
          </a:prstGeom>
          <a:noFill/>
          <a:ln w="6191">
            <a:solidFill>
              <a:srgbClr val="72829D">
                <a:alpha val="10000"/>
              </a:srgbClr>
            </a:solidFill>
            <a:prstDash val="solid"/>
          </a:ln>
        </p:spPr>
      </p:sp>
      <p:sp>
        <p:nvSpPr>
          <p:cNvPr id="19" name="partner-review-grid-v-1152"/>
          <p:cNvSpPr>
            <a:spLocks noGrp="1"/>
          </p:cNvSpPr>
          <p:nvPr/>
        </p:nvSpPr>
        <p:spPr>
          <a:xfrm>
            <a:off x="10972800" y="0"/>
            <a:ext cx="0" cy="10287000"/>
          </a:xfrm>
          <a:prstGeom prst="line">
            <a:avLst/>
          </a:prstGeom>
          <a:noFill/>
          <a:ln w="6191">
            <a:solidFill>
              <a:srgbClr val="72829D">
                <a:alpha val="10000"/>
              </a:srgbClr>
            </a:solidFill>
            <a:prstDash val="solid"/>
          </a:ln>
        </p:spPr>
      </p:sp>
      <p:sp>
        <p:nvSpPr>
          <p:cNvPr id="20" name="partner-review-grid-v-1216"/>
          <p:cNvSpPr>
            <a:spLocks noGrp="1"/>
          </p:cNvSpPr>
          <p:nvPr/>
        </p:nvSpPr>
        <p:spPr>
          <a:xfrm>
            <a:off x="11582400" y="0"/>
            <a:ext cx="0" cy="10287000"/>
          </a:xfrm>
          <a:prstGeom prst="line">
            <a:avLst/>
          </a:prstGeom>
          <a:noFill/>
          <a:ln w="6191">
            <a:solidFill>
              <a:srgbClr val="72829D">
                <a:alpha val="10000"/>
              </a:srgbClr>
            </a:solidFill>
            <a:prstDash val="solid"/>
          </a:ln>
        </p:spPr>
      </p:sp>
      <p:sp>
        <p:nvSpPr>
          <p:cNvPr id="21" name="partner-review-grid-v-1280"/>
          <p:cNvSpPr>
            <a:spLocks noGrp="1"/>
          </p:cNvSpPr>
          <p:nvPr/>
        </p:nvSpPr>
        <p:spPr>
          <a:xfrm>
            <a:off x="12192000" y="0"/>
            <a:ext cx="0" cy="10287000"/>
          </a:xfrm>
          <a:prstGeom prst="line">
            <a:avLst/>
          </a:prstGeom>
          <a:noFill/>
          <a:ln w="6191">
            <a:solidFill>
              <a:srgbClr val="72829D">
                <a:alpha val="10000"/>
              </a:srgbClr>
            </a:solidFill>
            <a:prstDash val="solid"/>
          </a:ln>
        </p:spPr>
      </p:sp>
      <p:sp>
        <p:nvSpPr>
          <p:cNvPr id="22" name="partner-review-grid-v-1344"/>
          <p:cNvSpPr>
            <a:spLocks noGrp="1"/>
          </p:cNvSpPr>
          <p:nvPr/>
        </p:nvSpPr>
        <p:spPr>
          <a:xfrm>
            <a:off x="12801600" y="0"/>
            <a:ext cx="0" cy="10287000"/>
          </a:xfrm>
          <a:prstGeom prst="line">
            <a:avLst/>
          </a:prstGeom>
          <a:noFill/>
          <a:ln w="6191">
            <a:solidFill>
              <a:srgbClr val="72829D">
                <a:alpha val="10000"/>
              </a:srgbClr>
            </a:solidFill>
            <a:prstDash val="solid"/>
          </a:ln>
        </p:spPr>
      </p:sp>
      <p:sp>
        <p:nvSpPr>
          <p:cNvPr id="23" name="partner-review-grid-v-1408"/>
          <p:cNvSpPr>
            <a:spLocks noGrp="1"/>
          </p:cNvSpPr>
          <p:nvPr/>
        </p:nvSpPr>
        <p:spPr>
          <a:xfrm>
            <a:off x="13411200" y="0"/>
            <a:ext cx="0" cy="10287000"/>
          </a:xfrm>
          <a:prstGeom prst="line">
            <a:avLst/>
          </a:prstGeom>
          <a:noFill/>
          <a:ln w="6191">
            <a:solidFill>
              <a:srgbClr val="72829D">
                <a:alpha val="10000"/>
              </a:srgbClr>
            </a:solidFill>
            <a:prstDash val="solid"/>
          </a:ln>
        </p:spPr>
      </p:sp>
      <p:sp>
        <p:nvSpPr>
          <p:cNvPr id="24" name="partner-review-grid-v-1472"/>
          <p:cNvSpPr>
            <a:spLocks noGrp="1"/>
          </p:cNvSpPr>
          <p:nvPr/>
        </p:nvSpPr>
        <p:spPr>
          <a:xfrm>
            <a:off x="14020800" y="0"/>
            <a:ext cx="0" cy="10287000"/>
          </a:xfrm>
          <a:prstGeom prst="line">
            <a:avLst/>
          </a:prstGeom>
          <a:noFill/>
          <a:ln w="6191">
            <a:solidFill>
              <a:srgbClr val="72829D">
                <a:alpha val="10000"/>
              </a:srgbClr>
            </a:solidFill>
            <a:prstDash val="solid"/>
          </a:ln>
        </p:spPr>
      </p:sp>
      <p:sp>
        <p:nvSpPr>
          <p:cNvPr id="25" name="partner-review-grid-v-1536"/>
          <p:cNvSpPr>
            <a:spLocks noGrp="1"/>
          </p:cNvSpPr>
          <p:nvPr/>
        </p:nvSpPr>
        <p:spPr>
          <a:xfrm>
            <a:off x="14630400" y="0"/>
            <a:ext cx="0" cy="10287000"/>
          </a:xfrm>
          <a:prstGeom prst="line">
            <a:avLst/>
          </a:prstGeom>
          <a:noFill/>
          <a:ln w="6191">
            <a:solidFill>
              <a:srgbClr val="72829D">
                <a:alpha val="10000"/>
              </a:srgbClr>
            </a:solidFill>
            <a:prstDash val="solid"/>
          </a:ln>
        </p:spPr>
      </p:sp>
      <p:sp>
        <p:nvSpPr>
          <p:cNvPr id="26" name="partner-review-grid-v-1600"/>
          <p:cNvSpPr>
            <a:spLocks noGrp="1"/>
          </p:cNvSpPr>
          <p:nvPr/>
        </p:nvSpPr>
        <p:spPr>
          <a:xfrm>
            <a:off x="15240000" y="0"/>
            <a:ext cx="0" cy="10287000"/>
          </a:xfrm>
          <a:prstGeom prst="line">
            <a:avLst/>
          </a:prstGeom>
          <a:noFill/>
          <a:ln w="6191">
            <a:solidFill>
              <a:srgbClr val="72829D">
                <a:alpha val="10000"/>
              </a:srgbClr>
            </a:solidFill>
            <a:prstDash val="solid"/>
          </a:ln>
        </p:spPr>
      </p:sp>
      <p:sp>
        <p:nvSpPr>
          <p:cNvPr id="27" name="partner-review-grid-v-1664"/>
          <p:cNvSpPr>
            <a:spLocks noGrp="1"/>
          </p:cNvSpPr>
          <p:nvPr/>
        </p:nvSpPr>
        <p:spPr>
          <a:xfrm>
            <a:off x="15849600" y="0"/>
            <a:ext cx="0" cy="10287000"/>
          </a:xfrm>
          <a:prstGeom prst="line">
            <a:avLst/>
          </a:prstGeom>
          <a:noFill/>
          <a:ln w="6191">
            <a:solidFill>
              <a:srgbClr val="72829D">
                <a:alpha val="10000"/>
              </a:srgbClr>
            </a:solidFill>
            <a:prstDash val="solid"/>
          </a:ln>
        </p:spPr>
      </p:sp>
      <p:sp>
        <p:nvSpPr>
          <p:cNvPr id="28" name="partner-review-grid-v-1728"/>
          <p:cNvSpPr>
            <a:spLocks noGrp="1"/>
          </p:cNvSpPr>
          <p:nvPr/>
        </p:nvSpPr>
        <p:spPr>
          <a:xfrm>
            <a:off x="16459200" y="0"/>
            <a:ext cx="0" cy="10287000"/>
          </a:xfrm>
          <a:prstGeom prst="line">
            <a:avLst/>
          </a:prstGeom>
          <a:noFill/>
          <a:ln w="6191">
            <a:solidFill>
              <a:srgbClr val="72829D">
                <a:alpha val="10000"/>
              </a:srgbClr>
            </a:solidFill>
            <a:prstDash val="solid"/>
          </a:ln>
        </p:spPr>
      </p:sp>
      <p:sp>
        <p:nvSpPr>
          <p:cNvPr id="29" name="partner-review-grid-v-1792"/>
          <p:cNvSpPr>
            <a:spLocks noGrp="1"/>
          </p:cNvSpPr>
          <p:nvPr/>
        </p:nvSpPr>
        <p:spPr>
          <a:xfrm>
            <a:off x="17068800" y="0"/>
            <a:ext cx="0" cy="10287000"/>
          </a:xfrm>
          <a:prstGeom prst="line">
            <a:avLst/>
          </a:prstGeom>
          <a:noFill/>
          <a:ln w="6191">
            <a:solidFill>
              <a:srgbClr val="72829D">
                <a:alpha val="10000"/>
              </a:srgbClr>
            </a:solidFill>
            <a:prstDash val="solid"/>
          </a:ln>
        </p:spPr>
      </p:sp>
      <p:sp>
        <p:nvSpPr>
          <p:cNvPr id="30" name="partner-review-grid-v-1856"/>
          <p:cNvSpPr>
            <a:spLocks noGrp="1"/>
          </p:cNvSpPr>
          <p:nvPr/>
        </p:nvSpPr>
        <p:spPr>
          <a:xfrm>
            <a:off x="17678400" y="0"/>
            <a:ext cx="0" cy="10287000"/>
          </a:xfrm>
          <a:prstGeom prst="line">
            <a:avLst/>
          </a:prstGeom>
          <a:noFill/>
          <a:ln w="6191">
            <a:solidFill>
              <a:srgbClr val="72829D">
                <a:alpha val="10000"/>
              </a:srgbClr>
            </a:solidFill>
            <a:prstDash val="solid"/>
          </a:ln>
        </p:spPr>
      </p:sp>
      <p:sp>
        <p:nvSpPr>
          <p:cNvPr id="31" name="partner-review-grid-v-1920"/>
          <p:cNvSpPr>
            <a:spLocks noGrp="1"/>
          </p:cNvSpPr>
          <p:nvPr/>
        </p:nvSpPr>
        <p:spPr>
          <a:xfrm>
            <a:off x="18288000" y="0"/>
            <a:ext cx="0" cy="10287000"/>
          </a:xfrm>
          <a:prstGeom prst="line">
            <a:avLst/>
          </a:prstGeom>
          <a:noFill/>
          <a:ln w="6191">
            <a:solidFill>
              <a:srgbClr val="72829D">
                <a:alpha val="10000"/>
              </a:srgbClr>
            </a:solidFill>
            <a:prstDash val="solid"/>
          </a:ln>
        </p:spPr>
      </p:sp>
      <p:sp>
        <p:nvSpPr>
          <p:cNvPr id="32" name="partner-review-grid-h-0"/>
          <p:cNvSpPr>
            <a:spLocks noGrp="1"/>
          </p:cNvSpPr>
          <p:nvPr/>
        </p:nvSpPr>
        <p:spPr>
          <a:xfrm>
            <a:off x="0" y="0"/>
            <a:ext cx="18288000" cy="0"/>
          </a:xfrm>
          <a:prstGeom prst="line">
            <a:avLst/>
          </a:prstGeom>
          <a:noFill/>
          <a:ln w="6191">
            <a:solidFill>
              <a:srgbClr val="72829D">
                <a:alpha val="10000"/>
              </a:srgbClr>
            </a:solidFill>
            <a:prstDash val="solid"/>
          </a:ln>
        </p:spPr>
      </p:sp>
      <p:sp>
        <p:nvSpPr>
          <p:cNvPr id="33" name="partner-review-grid-h-64"/>
          <p:cNvSpPr>
            <a:spLocks noGrp="1"/>
          </p:cNvSpPr>
          <p:nvPr/>
        </p:nvSpPr>
        <p:spPr>
          <a:xfrm>
            <a:off x="0" y="609600"/>
            <a:ext cx="18288000" cy="0"/>
          </a:xfrm>
          <a:prstGeom prst="line">
            <a:avLst/>
          </a:prstGeom>
          <a:noFill/>
          <a:ln w="6191">
            <a:solidFill>
              <a:srgbClr val="72829D">
                <a:alpha val="10000"/>
              </a:srgbClr>
            </a:solidFill>
            <a:prstDash val="solid"/>
          </a:ln>
        </p:spPr>
      </p:sp>
      <p:sp>
        <p:nvSpPr>
          <p:cNvPr id="34" name="partner-review-grid-h-128"/>
          <p:cNvSpPr>
            <a:spLocks noGrp="1"/>
          </p:cNvSpPr>
          <p:nvPr/>
        </p:nvSpPr>
        <p:spPr>
          <a:xfrm>
            <a:off x="0" y="1219200"/>
            <a:ext cx="18288000" cy="0"/>
          </a:xfrm>
          <a:prstGeom prst="line">
            <a:avLst/>
          </a:prstGeom>
          <a:noFill/>
          <a:ln w="6191">
            <a:solidFill>
              <a:srgbClr val="72829D">
                <a:alpha val="10000"/>
              </a:srgbClr>
            </a:solidFill>
            <a:prstDash val="solid"/>
          </a:ln>
        </p:spPr>
      </p:sp>
      <p:sp>
        <p:nvSpPr>
          <p:cNvPr id="35" name="partner-review-grid-h-192"/>
          <p:cNvSpPr>
            <a:spLocks noGrp="1"/>
          </p:cNvSpPr>
          <p:nvPr/>
        </p:nvSpPr>
        <p:spPr>
          <a:xfrm>
            <a:off x="0" y="1828800"/>
            <a:ext cx="18288000" cy="0"/>
          </a:xfrm>
          <a:prstGeom prst="line">
            <a:avLst/>
          </a:prstGeom>
          <a:noFill/>
          <a:ln w="6191">
            <a:solidFill>
              <a:srgbClr val="72829D">
                <a:alpha val="10000"/>
              </a:srgbClr>
            </a:solidFill>
            <a:prstDash val="solid"/>
          </a:ln>
        </p:spPr>
      </p:sp>
      <p:sp>
        <p:nvSpPr>
          <p:cNvPr id="36" name="partner-review-grid-h-256"/>
          <p:cNvSpPr>
            <a:spLocks noGrp="1"/>
          </p:cNvSpPr>
          <p:nvPr/>
        </p:nvSpPr>
        <p:spPr>
          <a:xfrm>
            <a:off x="0" y="2438400"/>
            <a:ext cx="18288000" cy="0"/>
          </a:xfrm>
          <a:prstGeom prst="line">
            <a:avLst/>
          </a:prstGeom>
          <a:noFill/>
          <a:ln w="6191">
            <a:solidFill>
              <a:srgbClr val="72829D">
                <a:alpha val="10000"/>
              </a:srgbClr>
            </a:solidFill>
            <a:prstDash val="solid"/>
          </a:ln>
        </p:spPr>
      </p:sp>
      <p:sp>
        <p:nvSpPr>
          <p:cNvPr id="37" name="partner-review-grid-h-320"/>
          <p:cNvSpPr>
            <a:spLocks noGrp="1"/>
          </p:cNvSpPr>
          <p:nvPr/>
        </p:nvSpPr>
        <p:spPr>
          <a:xfrm>
            <a:off x="0" y="3048000"/>
            <a:ext cx="18288000" cy="0"/>
          </a:xfrm>
          <a:prstGeom prst="line">
            <a:avLst/>
          </a:prstGeom>
          <a:noFill/>
          <a:ln w="6191">
            <a:solidFill>
              <a:srgbClr val="72829D">
                <a:alpha val="10000"/>
              </a:srgbClr>
            </a:solidFill>
            <a:prstDash val="solid"/>
          </a:ln>
        </p:spPr>
      </p:sp>
      <p:sp>
        <p:nvSpPr>
          <p:cNvPr id="38" name="partner-review-grid-h-384"/>
          <p:cNvSpPr>
            <a:spLocks noGrp="1"/>
          </p:cNvSpPr>
          <p:nvPr/>
        </p:nvSpPr>
        <p:spPr>
          <a:xfrm>
            <a:off x="0" y="3657600"/>
            <a:ext cx="18288000" cy="0"/>
          </a:xfrm>
          <a:prstGeom prst="line">
            <a:avLst/>
          </a:prstGeom>
          <a:noFill/>
          <a:ln w="6191">
            <a:solidFill>
              <a:srgbClr val="72829D">
                <a:alpha val="10000"/>
              </a:srgbClr>
            </a:solidFill>
            <a:prstDash val="solid"/>
          </a:ln>
        </p:spPr>
      </p:sp>
      <p:sp>
        <p:nvSpPr>
          <p:cNvPr id="39" name="partner-review-grid-h-448"/>
          <p:cNvSpPr>
            <a:spLocks noGrp="1"/>
          </p:cNvSpPr>
          <p:nvPr/>
        </p:nvSpPr>
        <p:spPr>
          <a:xfrm>
            <a:off x="0" y="4267200"/>
            <a:ext cx="18288000" cy="0"/>
          </a:xfrm>
          <a:prstGeom prst="line">
            <a:avLst/>
          </a:prstGeom>
          <a:noFill/>
          <a:ln w="6191">
            <a:solidFill>
              <a:srgbClr val="72829D">
                <a:alpha val="10000"/>
              </a:srgbClr>
            </a:solidFill>
            <a:prstDash val="solid"/>
          </a:ln>
        </p:spPr>
      </p:sp>
      <p:sp>
        <p:nvSpPr>
          <p:cNvPr id="40" name="partner-review-grid-h-512"/>
          <p:cNvSpPr>
            <a:spLocks noGrp="1"/>
          </p:cNvSpPr>
          <p:nvPr/>
        </p:nvSpPr>
        <p:spPr>
          <a:xfrm>
            <a:off x="0" y="4876800"/>
            <a:ext cx="18288000" cy="0"/>
          </a:xfrm>
          <a:prstGeom prst="line">
            <a:avLst/>
          </a:prstGeom>
          <a:noFill/>
          <a:ln w="6191">
            <a:solidFill>
              <a:srgbClr val="72829D">
                <a:alpha val="10000"/>
              </a:srgbClr>
            </a:solidFill>
            <a:prstDash val="solid"/>
          </a:ln>
        </p:spPr>
      </p:sp>
      <p:sp>
        <p:nvSpPr>
          <p:cNvPr id="41" name="partner-review-grid-h-576"/>
          <p:cNvSpPr>
            <a:spLocks noGrp="1"/>
          </p:cNvSpPr>
          <p:nvPr/>
        </p:nvSpPr>
        <p:spPr>
          <a:xfrm>
            <a:off x="0" y="5486400"/>
            <a:ext cx="18288000" cy="0"/>
          </a:xfrm>
          <a:prstGeom prst="line">
            <a:avLst/>
          </a:prstGeom>
          <a:noFill/>
          <a:ln w="6191">
            <a:solidFill>
              <a:srgbClr val="72829D">
                <a:alpha val="10000"/>
              </a:srgbClr>
            </a:solidFill>
            <a:prstDash val="solid"/>
          </a:ln>
        </p:spPr>
      </p:sp>
      <p:sp>
        <p:nvSpPr>
          <p:cNvPr id="42" name="partner-review-grid-h-640"/>
          <p:cNvSpPr>
            <a:spLocks noGrp="1"/>
          </p:cNvSpPr>
          <p:nvPr/>
        </p:nvSpPr>
        <p:spPr>
          <a:xfrm>
            <a:off x="0" y="6096000"/>
            <a:ext cx="18288000" cy="0"/>
          </a:xfrm>
          <a:prstGeom prst="line">
            <a:avLst/>
          </a:prstGeom>
          <a:noFill/>
          <a:ln w="6191">
            <a:solidFill>
              <a:srgbClr val="72829D">
                <a:alpha val="10000"/>
              </a:srgbClr>
            </a:solidFill>
            <a:prstDash val="solid"/>
          </a:ln>
        </p:spPr>
      </p:sp>
      <p:sp>
        <p:nvSpPr>
          <p:cNvPr id="43" name="partner-review-grid-h-704"/>
          <p:cNvSpPr>
            <a:spLocks noGrp="1"/>
          </p:cNvSpPr>
          <p:nvPr/>
        </p:nvSpPr>
        <p:spPr>
          <a:xfrm>
            <a:off x="0" y="6705600"/>
            <a:ext cx="18288000" cy="0"/>
          </a:xfrm>
          <a:prstGeom prst="line">
            <a:avLst/>
          </a:prstGeom>
          <a:noFill/>
          <a:ln w="6191">
            <a:solidFill>
              <a:srgbClr val="72829D">
                <a:alpha val="10000"/>
              </a:srgbClr>
            </a:solidFill>
            <a:prstDash val="solid"/>
          </a:ln>
        </p:spPr>
      </p:sp>
      <p:sp>
        <p:nvSpPr>
          <p:cNvPr id="44" name="partner-review-grid-h-768"/>
          <p:cNvSpPr>
            <a:spLocks noGrp="1"/>
          </p:cNvSpPr>
          <p:nvPr/>
        </p:nvSpPr>
        <p:spPr>
          <a:xfrm>
            <a:off x="0" y="7315200"/>
            <a:ext cx="18288000" cy="0"/>
          </a:xfrm>
          <a:prstGeom prst="line">
            <a:avLst/>
          </a:prstGeom>
          <a:noFill/>
          <a:ln w="6191">
            <a:solidFill>
              <a:srgbClr val="72829D">
                <a:alpha val="10000"/>
              </a:srgbClr>
            </a:solidFill>
            <a:prstDash val="solid"/>
          </a:ln>
        </p:spPr>
      </p:sp>
      <p:sp>
        <p:nvSpPr>
          <p:cNvPr id="45" name="partner-review-grid-h-832"/>
          <p:cNvSpPr>
            <a:spLocks noGrp="1"/>
          </p:cNvSpPr>
          <p:nvPr/>
        </p:nvSpPr>
        <p:spPr>
          <a:xfrm>
            <a:off x="0" y="7924800"/>
            <a:ext cx="18288000" cy="0"/>
          </a:xfrm>
          <a:prstGeom prst="line">
            <a:avLst/>
          </a:prstGeom>
          <a:noFill/>
          <a:ln w="6191">
            <a:solidFill>
              <a:srgbClr val="72829D">
                <a:alpha val="10000"/>
              </a:srgbClr>
            </a:solidFill>
            <a:prstDash val="solid"/>
          </a:ln>
        </p:spPr>
      </p:sp>
      <p:sp>
        <p:nvSpPr>
          <p:cNvPr id="46" name="partner-review-grid-h-896"/>
          <p:cNvSpPr>
            <a:spLocks noGrp="1"/>
          </p:cNvSpPr>
          <p:nvPr/>
        </p:nvSpPr>
        <p:spPr>
          <a:xfrm>
            <a:off x="0" y="8534400"/>
            <a:ext cx="18288000" cy="0"/>
          </a:xfrm>
          <a:prstGeom prst="line">
            <a:avLst/>
          </a:prstGeom>
          <a:noFill/>
          <a:ln w="6191">
            <a:solidFill>
              <a:srgbClr val="72829D">
                <a:alpha val="10000"/>
              </a:srgbClr>
            </a:solidFill>
            <a:prstDash val="solid"/>
          </a:ln>
        </p:spPr>
      </p:sp>
      <p:sp>
        <p:nvSpPr>
          <p:cNvPr id="47" name="partner-review-grid-h-960"/>
          <p:cNvSpPr>
            <a:spLocks noGrp="1"/>
          </p:cNvSpPr>
          <p:nvPr/>
        </p:nvSpPr>
        <p:spPr>
          <a:xfrm>
            <a:off x="0" y="9144000"/>
            <a:ext cx="18288000" cy="0"/>
          </a:xfrm>
          <a:prstGeom prst="line">
            <a:avLst/>
          </a:prstGeom>
          <a:noFill/>
          <a:ln w="6191">
            <a:solidFill>
              <a:srgbClr val="72829D">
                <a:alpha val="10000"/>
              </a:srgbClr>
            </a:solidFill>
            <a:prstDash val="solid"/>
          </a:ln>
        </p:spPr>
      </p:sp>
      <p:sp>
        <p:nvSpPr>
          <p:cNvPr id="48" name="partner-review-grid-h-1024"/>
          <p:cNvSpPr>
            <a:spLocks noGrp="1"/>
          </p:cNvSpPr>
          <p:nvPr/>
        </p:nvSpPr>
        <p:spPr>
          <a:xfrm>
            <a:off x="0" y="9753600"/>
            <a:ext cx="18288000" cy="0"/>
          </a:xfrm>
          <a:prstGeom prst="line">
            <a:avLst/>
          </a:prstGeom>
          <a:noFill/>
          <a:ln w="6191">
            <a:solidFill>
              <a:srgbClr val="72829D">
                <a:alpha val="10000"/>
              </a:srgbClr>
            </a:solidFill>
            <a:prstDash val="solid"/>
          </a:ln>
        </p:spPr>
      </p:sp>
      <p:sp>
        <p:nvSpPr>
          <p:cNvPr id="51" name="合作回顾标题引导线"/>
          <p:cNvSpPr>
            <a:spLocks noGrp="1"/>
          </p:cNvSpPr>
          <p:nvPr/>
        </p:nvSpPr>
        <p:spPr>
          <a:xfrm>
            <a:off x="1028700" y="723900"/>
            <a:ext cx="800100" cy="66675"/>
          </a:xfrm>
          <a:prstGeom prst="rect">
            <a:avLst/>
          </a:prstGeom>
          <a:solidFill>
            <a:srgbClr val="A8E92D"/>
          </a:solidFill>
          <a:ln w="0">
            <a:noFill/>
            <a:prstDash val="solid"/>
          </a:ln>
        </p:spPr>
      </p:sp>
      <p:sp>
        <p:nvSpPr>
          <p:cNvPr id="52" name="合作回顾标题"/>
          <p:cNvSpPr>
            <a:spLocks noGrp="1"/>
          </p:cNvSpPr>
          <p:nvPr/>
        </p:nvSpPr>
        <p:spPr>
          <a:xfrm>
            <a:off x="1028700" y="990600"/>
            <a:ext cx="12096750" cy="723900"/>
          </a:xfrm>
          <a:prstGeom prst="rect">
            <a:avLst/>
          </a:prstGeom>
          <a:noFill/>
          <a:ln w="0">
            <a:noFill/>
            <a:prstDash val="solid"/>
          </a:ln>
        </p:spPr>
        <p:txBody>
          <a:bodyPr wrap="square" lIns="0" tIns="0" rIns="0" bIns="0" anchor="ctr">
            <a:normAutofit/>
          </a:bodyPr>
          <a:lstStyle/>
          <a:p>
            <a:pPr algn="l">
              <a:buNone/>
              <a:defRPr sz="4350" b="1">
                <a:solidFill>
                  <a:srgbClr val="FFFFFF"/>
                </a:solidFill>
                <a:latin typeface="PingFang SC" panose="020B0400000000000000" charset="-122"/>
                <a:ea typeface="PingFang SC" panose="020B0400000000000000" charset="-122"/>
                <a:cs typeface="PingFang SC" panose="020B0400000000000000" charset="-122"/>
              </a:defRPr>
            </a:pPr>
            <a:r>
              <a:rPr sz="4350" b="1">
                <a:solidFill>
                  <a:srgbClr val="FFFFFF"/>
                </a:solidFill>
                <a:latin typeface="PingFang SC" panose="020B0400000000000000" charset="-122"/>
                <a:ea typeface="PingFang SC" panose="020B0400000000000000" charset="-122"/>
                <a:cs typeface="PingFang SC" panose="020B0400000000000000" charset="-122"/>
              </a:rPr>
              <a:t>从 AI+X 实训，到 FDE 企业实践</a:t>
            </a:r>
            <a:endParaRPr sz="43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3" name="合作回顾副题"/>
          <p:cNvSpPr>
            <a:spLocks noGrp="1"/>
          </p:cNvSpPr>
          <p:nvPr/>
        </p:nvSpPr>
        <p:spPr>
          <a:xfrm>
            <a:off x="1047750" y="1752600"/>
            <a:ext cx="7429500" cy="400050"/>
          </a:xfrm>
          <a:prstGeom prst="rect">
            <a:avLst/>
          </a:prstGeom>
          <a:noFill/>
          <a:ln w="0">
            <a:noFill/>
            <a:prstDash val="solid"/>
          </a:ln>
        </p:spPr>
        <p:txBody>
          <a:bodyPr wrap="square" lIns="0" tIns="0" rIns="0" bIns="0" anchor="ctr">
            <a:normAutofit/>
          </a:bodyPr>
          <a:lstStyle/>
          <a:p>
            <a:pPr algn="l">
              <a:buNone/>
              <a:defRPr sz="1950" b="1">
                <a:solidFill>
                  <a:srgbClr val="AAB4C5"/>
                </a:solidFill>
                <a:latin typeface="PingFang SC" panose="020B0400000000000000" charset="-122"/>
                <a:ea typeface="PingFang SC" panose="020B0400000000000000" charset="-122"/>
                <a:cs typeface="PingFang SC" panose="020B0400000000000000" charset="-122"/>
              </a:defRPr>
            </a:pPr>
            <a:r>
              <a:rPr sz="1950" b="1">
                <a:solidFill>
                  <a:srgbClr val="AAB4C5"/>
                </a:solidFill>
                <a:latin typeface="PingFang SC" panose="020B0400000000000000" charset="-122"/>
                <a:ea typeface="PingFang SC" panose="020B0400000000000000" charset="-122"/>
                <a:cs typeface="PingFang SC" panose="020B0400000000000000" charset="-122"/>
              </a:rPr>
              <a:t>交大安泰 × Datawhale 的持续合作</a:t>
            </a:r>
            <a:endParaRPr sz="19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54" name="合作节点-2025-shadow"/>
          <p:cNvSpPr>
            <a:spLocks noGrp="1"/>
          </p:cNvSpPr>
          <p:nvPr/>
        </p:nvSpPr>
        <p:spPr>
          <a:xfrm>
            <a:off x="1143000" y="2800350"/>
            <a:ext cx="4838700" cy="2895600"/>
          </a:xfrm>
          <a:prstGeom prst="rect">
            <a:avLst/>
          </a:prstGeom>
          <a:solidFill>
            <a:srgbClr val="000000">
              <a:alpha val="36000"/>
            </a:srgbClr>
          </a:solidFill>
          <a:ln w="0">
            <a:noFill/>
            <a:prstDash val="solid"/>
          </a:ln>
        </p:spPr>
      </p:sp>
      <p:pic>
        <p:nvPicPr>
          <p:cNvPr id="149" name="合作节点-2025-photo"/>
          <p:cNvPicPr>
            <a:picLocks noChangeAspect="1"/>
          </p:cNvPicPr>
          <p:nvPr/>
        </p:nvPicPr>
        <p:blipFill>
          <a:blip r:embed="rId1"/>
          <a:srcRect t="5118" b="5118"/>
          <a:stretch>
            <a:fillRect/>
          </a:stretch>
        </p:blipFill>
        <p:spPr>
          <a:xfrm>
            <a:off x="1028700" y="2667000"/>
            <a:ext cx="4838700" cy="2895600"/>
          </a:xfrm>
          <a:prstGeom prst="rect">
            <a:avLst/>
          </a:prstGeom>
        </p:spPr>
      </p:pic>
      <p:sp>
        <p:nvSpPr>
          <p:cNvPr id="56" name="合作节点-2025-photo-darken"/>
          <p:cNvSpPr>
            <a:spLocks noGrp="1"/>
          </p:cNvSpPr>
          <p:nvPr/>
        </p:nvSpPr>
        <p:spPr>
          <a:xfrm>
            <a:off x="1028700" y="4743450"/>
            <a:ext cx="4838700" cy="819150"/>
          </a:xfrm>
          <a:prstGeom prst="rect">
            <a:avLst/>
          </a:prstGeom>
          <a:solidFill>
            <a:srgbClr val="050A13">
              <a:alpha val="74000"/>
            </a:srgbClr>
          </a:solidFill>
          <a:ln w="0">
            <a:noFill/>
            <a:prstDash val="solid"/>
          </a:ln>
        </p:spPr>
      </p:sp>
      <p:sp>
        <p:nvSpPr>
          <p:cNvPr id="57" name="合作节点-2025-date-chip"/>
          <p:cNvSpPr>
            <a:spLocks noGrp="1"/>
          </p:cNvSpPr>
          <p:nvPr/>
        </p:nvSpPr>
        <p:spPr>
          <a:xfrm>
            <a:off x="1238250" y="2857500"/>
            <a:ext cx="1257300" cy="400050"/>
          </a:xfrm>
          <a:prstGeom prst="rect">
            <a:avLst/>
          </a:prstGeom>
          <a:solidFill>
            <a:srgbClr val="2E5BFF"/>
          </a:solidFill>
          <a:ln w="0">
            <a:noFill/>
            <a:prstDash val="solid"/>
          </a:ln>
        </p:spPr>
      </p:sp>
      <p:sp>
        <p:nvSpPr>
          <p:cNvPr id="58" name="合作节点-2025-date"/>
          <p:cNvSpPr>
            <a:spLocks noGrp="1"/>
          </p:cNvSpPr>
          <p:nvPr/>
        </p:nvSpPr>
        <p:spPr>
          <a:xfrm>
            <a:off x="1238250" y="2857500"/>
            <a:ext cx="1257300" cy="400050"/>
          </a:xfrm>
          <a:prstGeom prst="rect">
            <a:avLst/>
          </a:prstGeom>
          <a:noFill/>
          <a:ln w="0">
            <a:noFill/>
            <a:prstDash val="solid"/>
          </a:ln>
        </p:spPr>
        <p:txBody>
          <a:bodyPr wrap="square" lIns="0" tIns="0" rIns="0" bIns="0" anchor="ctr">
            <a:normAutofit/>
          </a:bodyPr>
          <a:lstStyle/>
          <a:p>
            <a:pPr algn="ctr">
              <a:buNone/>
              <a:defRPr sz="1500" b="1">
                <a:solidFill>
                  <a:srgbClr val="FFFFFF"/>
                </a:solidFill>
                <a:latin typeface="Arial" panose="020B0604020202090204"/>
                <a:ea typeface="Arial" panose="020B0604020202090204"/>
                <a:cs typeface="Arial" panose="020B0604020202090204"/>
              </a:defRPr>
            </a:pPr>
            <a:r>
              <a:rPr sz="1500" b="1">
                <a:solidFill>
                  <a:srgbClr val="FFFFFF"/>
                </a:solidFill>
                <a:latin typeface="Arial" panose="020B0604020202090204"/>
                <a:ea typeface="Arial" panose="020B0604020202090204"/>
                <a:cs typeface="Arial" panose="020B0604020202090204"/>
              </a:rPr>
              <a:t>202</a:t>
            </a:r>
            <a:r>
              <a:rPr lang="en-US" sz="1500" b="1">
                <a:solidFill>
                  <a:srgbClr val="FFFFFF"/>
                </a:solidFill>
                <a:latin typeface="Arial" panose="020B0604020202090204"/>
                <a:ea typeface="Arial" panose="020B0604020202090204"/>
                <a:cs typeface="Arial" panose="020B0604020202090204"/>
              </a:rPr>
              <a:t>4</a:t>
            </a:r>
            <a:endParaRPr lang="en-US" sz="1500" b="1">
              <a:solidFill>
                <a:srgbClr val="FFFFFF"/>
              </a:solidFill>
              <a:latin typeface="Arial" panose="020B0604020202090204"/>
              <a:ea typeface="Arial" panose="020B0604020202090204"/>
              <a:cs typeface="Arial" panose="020B0604020202090204"/>
            </a:endParaRPr>
          </a:p>
        </p:txBody>
      </p:sp>
      <p:sp>
        <p:nvSpPr>
          <p:cNvPr id="59" name="合作节点-2025-photo-title"/>
          <p:cNvSpPr>
            <a:spLocks noGrp="1"/>
          </p:cNvSpPr>
          <p:nvPr/>
        </p:nvSpPr>
        <p:spPr>
          <a:xfrm>
            <a:off x="1257300" y="4914900"/>
            <a:ext cx="4381500" cy="400050"/>
          </a:xfrm>
          <a:prstGeom prst="rect">
            <a:avLst/>
          </a:prstGeom>
          <a:noFill/>
          <a:ln w="0">
            <a:noFill/>
            <a:prstDash val="solid"/>
          </a:ln>
        </p:spPr>
        <p:txBody>
          <a:bodyPr wrap="square" lIns="0" tIns="0" rIns="0" bIns="0" anchor="ctr">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AI+X 经管实训营</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0" name="合作节点-2025-caption-rule"/>
          <p:cNvSpPr>
            <a:spLocks noGrp="1"/>
          </p:cNvSpPr>
          <p:nvPr/>
        </p:nvSpPr>
        <p:spPr>
          <a:xfrm>
            <a:off x="1028700" y="5791200"/>
            <a:ext cx="514350" cy="57150"/>
          </a:xfrm>
          <a:prstGeom prst="rect">
            <a:avLst/>
          </a:prstGeom>
          <a:solidFill>
            <a:srgbClr val="2E5BFF"/>
          </a:solidFill>
          <a:ln w="0">
            <a:noFill/>
            <a:prstDash val="solid"/>
          </a:ln>
        </p:spPr>
      </p:sp>
      <p:sp>
        <p:nvSpPr>
          <p:cNvPr id="61" name="合作节点-2025-caption"/>
          <p:cNvSpPr>
            <a:spLocks noGrp="1"/>
          </p:cNvSpPr>
          <p:nvPr/>
        </p:nvSpPr>
        <p:spPr>
          <a:xfrm>
            <a:off x="1028700" y="6000750"/>
            <a:ext cx="4838700" cy="495300"/>
          </a:xfrm>
          <a:prstGeom prst="rect">
            <a:avLst/>
          </a:prstGeom>
          <a:noFill/>
          <a:ln w="0">
            <a:noFill/>
            <a:prstDash val="solid"/>
          </a:ln>
        </p:spPr>
        <p:txBody>
          <a:bodyPr wrap="square" lIns="0" tIns="0" rIns="0" bIns="0" anchor="t">
            <a:normAutofit/>
          </a:bodyPr>
          <a:lstStyle/>
          <a:p>
            <a:pPr algn="l">
              <a:buNone/>
              <a:defRPr sz="1650" b="1">
                <a:solidFill>
                  <a:srgbClr val="AAB4C5"/>
                </a:solidFill>
                <a:latin typeface="PingFang SC" panose="020B0400000000000000" charset="-122"/>
                <a:ea typeface="PingFang SC" panose="020B0400000000000000" charset="-122"/>
                <a:cs typeface="PingFang SC" panose="020B0400000000000000" charset="-122"/>
              </a:defRPr>
            </a:pPr>
            <a:r>
              <a:rPr sz="1650" b="1">
                <a:solidFill>
                  <a:srgbClr val="AAB4C5"/>
                </a:solidFill>
                <a:latin typeface="PingFang SC" panose="020B0400000000000000" charset="-122"/>
                <a:ea typeface="PingFang SC" panose="020B0400000000000000" charset="-122"/>
                <a:cs typeface="PingFang SC" panose="020B0400000000000000" charset="-122"/>
              </a:rPr>
              <a:t>Datawhale 深度参与</a:t>
            </a:r>
            <a:endParaRPr sz="16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62" name="合作节点-202604-shadow"/>
          <p:cNvSpPr>
            <a:spLocks noGrp="1"/>
          </p:cNvSpPr>
          <p:nvPr/>
        </p:nvSpPr>
        <p:spPr>
          <a:xfrm>
            <a:off x="6781800" y="2514600"/>
            <a:ext cx="4857750" cy="3181350"/>
          </a:xfrm>
          <a:prstGeom prst="rect">
            <a:avLst/>
          </a:prstGeom>
          <a:solidFill>
            <a:srgbClr val="000000">
              <a:alpha val="36000"/>
            </a:srgbClr>
          </a:solidFill>
          <a:ln w="0">
            <a:noFill/>
            <a:prstDash val="solid"/>
          </a:ln>
        </p:spPr>
      </p:sp>
      <p:pic>
        <p:nvPicPr>
          <p:cNvPr id="157" name="合作节点-202604-photo"/>
          <p:cNvPicPr>
            <a:picLocks noChangeAspect="1"/>
          </p:cNvPicPr>
          <p:nvPr/>
        </p:nvPicPr>
        <p:blipFill>
          <a:blip r:embed="rId2"/>
          <a:srcRect t="863" b="863"/>
          <a:stretch>
            <a:fillRect/>
          </a:stretch>
        </p:blipFill>
        <p:spPr>
          <a:xfrm>
            <a:off x="6667500" y="2381250"/>
            <a:ext cx="4857750" cy="3181350"/>
          </a:xfrm>
          <a:prstGeom prst="rect">
            <a:avLst/>
          </a:prstGeom>
        </p:spPr>
      </p:pic>
      <p:sp>
        <p:nvSpPr>
          <p:cNvPr id="64" name="合作节点-202604-photo-darken"/>
          <p:cNvSpPr>
            <a:spLocks noGrp="1"/>
          </p:cNvSpPr>
          <p:nvPr/>
        </p:nvSpPr>
        <p:spPr>
          <a:xfrm>
            <a:off x="6667500" y="4743450"/>
            <a:ext cx="4857750" cy="819150"/>
          </a:xfrm>
          <a:prstGeom prst="rect">
            <a:avLst/>
          </a:prstGeom>
          <a:solidFill>
            <a:srgbClr val="050A13">
              <a:alpha val="74000"/>
            </a:srgbClr>
          </a:solidFill>
          <a:ln w="0">
            <a:noFill/>
            <a:prstDash val="solid"/>
          </a:ln>
        </p:spPr>
      </p:sp>
      <p:sp>
        <p:nvSpPr>
          <p:cNvPr id="65" name="合作节点-202604-date-chip"/>
          <p:cNvSpPr>
            <a:spLocks noGrp="1"/>
          </p:cNvSpPr>
          <p:nvPr/>
        </p:nvSpPr>
        <p:spPr>
          <a:xfrm>
            <a:off x="6877050" y="2571750"/>
            <a:ext cx="1257300" cy="400050"/>
          </a:xfrm>
          <a:prstGeom prst="rect">
            <a:avLst/>
          </a:prstGeom>
          <a:solidFill>
            <a:srgbClr val="FFD425"/>
          </a:solidFill>
          <a:ln w="0">
            <a:noFill/>
            <a:prstDash val="solid"/>
          </a:ln>
        </p:spPr>
      </p:sp>
      <p:sp>
        <p:nvSpPr>
          <p:cNvPr id="66" name="合作节点-202604-date"/>
          <p:cNvSpPr>
            <a:spLocks noGrp="1"/>
          </p:cNvSpPr>
          <p:nvPr/>
        </p:nvSpPr>
        <p:spPr>
          <a:xfrm>
            <a:off x="6877050" y="2571750"/>
            <a:ext cx="1257300" cy="400050"/>
          </a:xfrm>
          <a:prstGeom prst="rect">
            <a:avLst/>
          </a:prstGeom>
          <a:noFill/>
          <a:ln w="0">
            <a:noFill/>
            <a:prstDash val="solid"/>
          </a:ln>
        </p:spPr>
        <p:txBody>
          <a:bodyPr wrap="square" lIns="0" tIns="0" rIns="0" bIns="0" anchor="ctr">
            <a:normAutofit/>
          </a:bodyPr>
          <a:lstStyle/>
          <a:p>
            <a:pPr algn="ctr">
              <a:buNone/>
              <a:defRPr sz="1500" b="1">
                <a:solidFill>
                  <a:srgbClr val="070A10"/>
                </a:solidFill>
                <a:latin typeface="Arial" panose="020B0604020202090204"/>
                <a:ea typeface="Arial" panose="020B0604020202090204"/>
                <a:cs typeface="Arial" panose="020B0604020202090204"/>
              </a:defRPr>
            </a:pPr>
            <a:r>
              <a:rPr sz="1500" b="1">
                <a:solidFill>
                  <a:srgbClr val="070A10"/>
                </a:solidFill>
                <a:latin typeface="Arial" panose="020B0604020202090204"/>
                <a:ea typeface="Arial" panose="020B0604020202090204"/>
                <a:cs typeface="Arial" panose="020B0604020202090204"/>
              </a:rPr>
              <a:t>2026.04</a:t>
            </a:r>
            <a:endParaRPr sz="1500" b="1">
              <a:solidFill>
                <a:srgbClr val="070A10"/>
              </a:solidFill>
              <a:latin typeface="Arial" panose="020B0604020202090204"/>
              <a:ea typeface="Arial" panose="020B0604020202090204"/>
              <a:cs typeface="Arial" panose="020B0604020202090204"/>
            </a:endParaRPr>
          </a:p>
        </p:txBody>
      </p:sp>
      <p:sp>
        <p:nvSpPr>
          <p:cNvPr id="67" name="合作节点-202604-photo-title"/>
          <p:cNvSpPr>
            <a:spLocks noGrp="1"/>
          </p:cNvSpPr>
          <p:nvPr/>
        </p:nvSpPr>
        <p:spPr>
          <a:xfrm>
            <a:off x="6896100" y="4914900"/>
            <a:ext cx="4400550" cy="400050"/>
          </a:xfrm>
          <a:prstGeom prst="rect">
            <a:avLst/>
          </a:prstGeom>
          <a:noFill/>
          <a:ln w="0">
            <a:noFill/>
            <a:prstDash val="solid"/>
          </a:ln>
        </p:spPr>
        <p:txBody>
          <a:bodyPr wrap="square" lIns="0" tIns="0" rIns="0" bIns="0" anchor="ctr">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117 个开放场景</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8" name="合作节点-202604-caption-rule"/>
          <p:cNvSpPr>
            <a:spLocks noGrp="1"/>
          </p:cNvSpPr>
          <p:nvPr/>
        </p:nvSpPr>
        <p:spPr>
          <a:xfrm>
            <a:off x="6667500" y="5791200"/>
            <a:ext cx="514350" cy="57150"/>
          </a:xfrm>
          <a:prstGeom prst="rect">
            <a:avLst/>
          </a:prstGeom>
          <a:solidFill>
            <a:srgbClr val="FFD425"/>
          </a:solidFill>
          <a:ln w="0">
            <a:noFill/>
            <a:prstDash val="solid"/>
          </a:ln>
        </p:spPr>
      </p:sp>
      <p:sp>
        <p:nvSpPr>
          <p:cNvPr id="69" name="合作节点-202604-caption"/>
          <p:cNvSpPr>
            <a:spLocks noGrp="1"/>
          </p:cNvSpPr>
          <p:nvPr/>
        </p:nvSpPr>
        <p:spPr>
          <a:xfrm>
            <a:off x="6667500" y="6000750"/>
            <a:ext cx="4857750" cy="495300"/>
          </a:xfrm>
          <a:prstGeom prst="rect">
            <a:avLst/>
          </a:prstGeom>
          <a:noFill/>
          <a:ln w="0">
            <a:noFill/>
            <a:prstDash val="solid"/>
          </a:ln>
        </p:spPr>
        <p:txBody>
          <a:bodyPr wrap="square" lIns="0" tIns="0" rIns="0" bIns="0" anchor="t">
            <a:normAutofit/>
          </a:bodyPr>
          <a:lstStyle/>
          <a:p>
            <a:pPr algn="l">
              <a:buNone/>
              <a:defRPr sz="1650" b="1">
                <a:solidFill>
                  <a:srgbClr val="AAB4C5"/>
                </a:solidFill>
                <a:latin typeface="PingFang SC" panose="020B0400000000000000" charset="-122"/>
                <a:ea typeface="PingFang SC" panose="020B0400000000000000" charset="-122"/>
                <a:cs typeface="PingFang SC" panose="020B0400000000000000" charset="-122"/>
              </a:defRPr>
            </a:pPr>
            <a:r>
              <a:rPr sz="1650" b="1">
                <a:solidFill>
                  <a:srgbClr val="AAB4C5"/>
                </a:solidFill>
                <a:latin typeface="PingFang SC" panose="020B0400000000000000" charset="-122"/>
                <a:ea typeface="PingFang SC" panose="020B0400000000000000" charset="-122"/>
                <a:cs typeface="PingFang SC" panose="020B0400000000000000" charset="-122"/>
              </a:rPr>
              <a:t>“人工智能+教育”场景清单，多方联合发布</a:t>
            </a:r>
            <a:endParaRPr sz="16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70" name="合作节点-202606-shadow"/>
          <p:cNvSpPr>
            <a:spLocks noGrp="1"/>
          </p:cNvSpPr>
          <p:nvPr/>
        </p:nvSpPr>
        <p:spPr>
          <a:xfrm>
            <a:off x="12439650" y="2228850"/>
            <a:ext cx="4933950" cy="3467100"/>
          </a:xfrm>
          <a:prstGeom prst="rect">
            <a:avLst/>
          </a:prstGeom>
          <a:solidFill>
            <a:srgbClr val="000000">
              <a:alpha val="36000"/>
            </a:srgbClr>
          </a:solidFill>
          <a:ln w="0">
            <a:noFill/>
            <a:prstDash val="solid"/>
          </a:ln>
        </p:spPr>
      </p:sp>
      <p:pic>
        <p:nvPicPr>
          <p:cNvPr id="165" name="合作节点-202606-photo"/>
          <p:cNvPicPr>
            <a:picLocks noChangeAspect="1"/>
          </p:cNvPicPr>
          <p:nvPr/>
        </p:nvPicPr>
        <p:blipFill>
          <a:blip r:embed="rId3"/>
          <a:srcRect l="2583" r="2583"/>
          <a:stretch>
            <a:fillRect/>
          </a:stretch>
        </p:blipFill>
        <p:spPr>
          <a:xfrm>
            <a:off x="12325350" y="2095500"/>
            <a:ext cx="4933950" cy="3467100"/>
          </a:xfrm>
          <a:prstGeom prst="rect">
            <a:avLst/>
          </a:prstGeom>
        </p:spPr>
      </p:pic>
      <p:sp>
        <p:nvSpPr>
          <p:cNvPr id="72" name="合作节点-202606-photo-darken"/>
          <p:cNvSpPr>
            <a:spLocks noGrp="1"/>
          </p:cNvSpPr>
          <p:nvPr/>
        </p:nvSpPr>
        <p:spPr>
          <a:xfrm>
            <a:off x="12325350" y="4743450"/>
            <a:ext cx="4933950" cy="819150"/>
          </a:xfrm>
          <a:prstGeom prst="rect">
            <a:avLst/>
          </a:prstGeom>
          <a:solidFill>
            <a:srgbClr val="050A13">
              <a:alpha val="74000"/>
            </a:srgbClr>
          </a:solidFill>
          <a:ln w="0">
            <a:noFill/>
            <a:prstDash val="solid"/>
          </a:ln>
        </p:spPr>
      </p:sp>
      <p:sp>
        <p:nvSpPr>
          <p:cNvPr id="73" name="合作节点-202606-date-chip"/>
          <p:cNvSpPr>
            <a:spLocks noGrp="1"/>
          </p:cNvSpPr>
          <p:nvPr/>
        </p:nvSpPr>
        <p:spPr>
          <a:xfrm>
            <a:off x="12534900" y="2286000"/>
            <a:ext cx="1257300" cy="400050"/>
          </a:xfrm>
          <a:prstGeom prst="rect">
            <a:avLst/>
          </a:prstGeom>
          <a:solidFill>
            <a:srgbClr val="A8E92D"/>
          </a:solidFill>
          <a:ln w="0">
            <a:noFill/>
            <a:prstDash val="solid"/>
          </a:ln>
        </p:spPr>
      </p:sp>
      <p:sp>
        <p:nvSpPr>
          <p:cNvPr id="74" name="合作节点-202606-date"/>
          <p:cNvSpPr>
            <a:spLocks noGrp="1"/>
          </p:cNvSpPr>
          <p:nvPr/>
        </p:nvSpPr>
        <p:spPr>
          <a:xfrm>
            <a:off x="12534900" y="2286000"/>
            <a:ext cx="1257300" cy="400050"/>
          </a:xfrm>
          <a:prstGeom prst="rect">
            <a:avLst/>
          </a:prstGeom>
          <a:noFill/>
          <a:ln w="0">
            <a:noFill/>
            <a:prstDash val="solid"/>
          </a:ln>
        </p:spPr>
        <p:txBody>
          <a:bodyPr wrap="square" lIns="0" tIns="0" rIns="0" bIns="0" anchor="ctr">
            <a:normAutofit/>
          </a:bodyPr>
          <a:lstStyle/>
          <a:p>
            <a:pPr algn="ctr">
              <a:buNone/>
              <a:defRPr sz="1500" b="1">
                <a:solidFill>
                  <a:srgbClr val="070A10"/>
                </a:solidFill>
                <a:latin typeface="Arial" panose="020B0604020202090204"/>
                <a:ea typeface="Arial" panose="020B0604020202090204"/>
                <a:cs typeface="Arial" panose="020B0604020202090204"/>
              </a:defRPr>
            </a:pPr>
            <a:r>
              <a:rPr sz="1500" b="1">
                <a:solidFill>
                  <a:srgbClr val="070A10"/>
                </a:solidFill>
                <a:latin typeface="Arial" panose="020B0604020202090204"/>
                <a:ea typeface="Arial" panose="020B0604020202090204"/>
                <a:cs typeface="Arial" panose="020B0604020202090204"/>
              </a:rPr>
              <a:t>2026.06</a:t>
            </a:r>
            <a:endParaRPr sz="1500" b="1">
              <a:solidFill>
                <a:srgbClr val="070A10"/>
              </a:solidFill>
              <a:latin typeface="Arial" panose="020B0604020202090204"/>
              <a:ea typeface="Arial" panose="020B0604020202090204"/>
              <a:cs typeface="Arial" panose="020B0604020202090204"/>
            </a:endParaRPr>
          </a:p>
        </p:txBody>
      </p:sp>
      <p:sp>
        <p:nvSpPr>
          <p:cNvPr id="75" name="合作节点-202606-photo-title"/>
          <p:cNvSpPr>
            <a:spLocks noGrp="1"/>
          </p:cNvSpPr>
          <p:nvPr/>
        </p:nvSpPr>
        <p:spPr>
          <a:xfrm>
            <a:off x="12553950" y="4914900"/>
            <a:ext cx="4476750" cy="400050"/>
          </a:xfrm>
          <a:prstGeom prst="rect">
            <a:avLst/>
          </a:prstGeom>
          <a:noFill/>
          <a:ln w="0">
            <a:noFill/>
            <a:prstDash val="solid"/>
          </a:ln>
        </p:spPr>
        <p:txBody>
          <a:bodyPr wrap="square" lIns="0" tIns="0" rIns="0" bIns="0" anchor="ctr">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人工智能学习中心</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6" name="合作节点-202606-caption-rule"/>
          <p:cNvSpPr>
            <a:spLocks noGrp="1"/>
          </p:cNvSpPr>
          <p:nvPr/>
        </p:nvSpPr>
        <p:spPr>
          <a:xfrm>
            <a:off x="12325350" y="5791200"/>
            <a:ext cx="514350" cy="57150"/>
          </a:xfrm>
          <a:prstGeom prst="rect">
            <a:avLst/>
          </a:prstGeom>
          <a:solidFill>
            <a:srgbClr val="A8E92D"/>
          </a:solidFill>
          <a:ln w="0">
            <a:noFill/>
            <a:prstDash val="solid"/>
          </a:ln>
        </p:spPr>
      </p:sp>
      <p:sp>
        <p:nvSpPr>
          <p:cNvPr id="77" name="合作节点-202606-caption"/>
          <p:cNvSpPr>
            <a:spLocks noGrp="1"/>
          </p:cNvSpPr>
          <p:nvPr/>
        </p:nvSpPr>
        <p:spPr>
          <a:xfrm>
            <a:off x="12325350" y="6000750"/>
            <a:ext cx="4933950" cy="495300"/>
          </a:xfrm>
          <a:prstGeom prst="rect">
            <a:avLst/>
          </a:prstGeom>
          <a:noFill/>
          <a:ln w="0">
            <a:noFill/>
            <a:prstDash val="solid"/>
          </a:ln>
        </p:spPr>
        <p:txBody>
          <a:bodyPr wrap="square" lIns="0" tIns="0" rIns="0" bIns="0" anchor="t">
            <a:normAutofit/>
          </a:bodyPr>
          <a:lstStyle/>
          <a:p>
            <a:pPr algn="l">
              <a:buNone/>
              <a:defRPr sz="1650" b="1">
                <a:solidFill>
                  <a:srgbClr val="AAB4C5"/>
                </a:solidFill>
                <a:latin typeface="PingFang SC" panose="020B0400000000000000" charset="-122"/>
                <a:ea typeface="PingFang SC" panose="020B0400000000000000" charset="-122"/>
                <a:cs typeface="PingFang SC" panose="020B0400000000000000" charset="-122"/>
              </a:defRPr>
            </a:pPr>
            <a:r>
              <a:rPr sz="1650" b="1">
                <a:solidFill>
                  <a:srgbClr val="AAB4C5"/>
                </a:solidFill>
                <a:latin typeface="PingFang SC" panose="020B0400000000000000" charset="-122"/>
                <a:ea typeface="PingFang SC" panose="020B0400000000000000" charset="-122"/>
                <a:cs typeface="PingFang SC" panose="020B0400000000000000" charset="-122"/>
              </a:rPr>
              <a:t>Datawhale 参与生态建设</a:t>
            </a:r>
            <a:endParaRPr sz="16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78" name="合作时间线"/>
          <p:cNvSpPr>
            <a:spLocks noGrp="1"/>
          </p:cNvSpPr>
          <p:nvPr/>
        </p:nvSpPr>
        <p:spPr>
          <a:xfrm>
            <a:off x="1028700" y="6810375"/>
            <a:ext cx="16230600" cy="0"/>
          </a:xfrm>
          <a:prstGeom prst="line">
            <a:avLst/>
          </a:prstGeom>
          <a:noFill/>
          <a:ln w="19050">
            <a:solidFill>
              <a:srgbClr val="7A879E">
                <a:alpha val="48000"/>
              </a:srgbClr>
            </a:solidFill>
            <a:prstDash val="solid"/>
          </a:ln>
        </p:spPr>
      </p:sp>
      <p:sp>
        <p:nvSpPr>
          <p:cNvPr id="79" name="合作时间线节点-1"/>
          <p:cNvSpPr>
            <a:spLocks noGrp="1"/>
          </p:cNvSpPr>
          <p:nvPr/>
        </p:nvSpPr>
        <p:spPr>
          <a:xfrm rot="2700000">
            <a:off x="1028700" y="6724650"/>
            <a:ext cx="171450" cy="171450"/>
          </a:xfrm>
          <a:prstGeom prst="rect">
            <a:avLst/>
          </a:prstGeom>
          <a:solidFill>
            <a:srgbClr val="2E5BFF"/>
          </a:solidFill>
          <a:ln w="0">
            <a:noFill/>
            <a:prstDash val="solid"/>
          </a:ln>
        </p:spPr>
      </p:sp>
      <p:sp>
        <p:nvSpPr>
          <p:cNvPr id="80" name="合作时间线节点-2"/>
          <p:cNvSpPr>
            <a:spLocks noGrp="1"/>
          </p:cNvSpPr>
          <p:nvPr/>
        </p:nvSpPr>
        <p:spPr>
          <a:xfrm rot="2700000">
            <a:off x="6667500" y="6724650"/>
            <a:ext cx="171450" cy="171450"/>
          </a:xfrm>
          <a:prstGeom prst="rect">
            <a:avLst/>
          </a:prstGeom>
          <a:solidFill>
            <a:srgbClr val="FFD425"/>
          </a:solidFill>
          <a:ln w="0">
            <a:noFill/>
            <a:prstDash val="solid"/>
          </a:ln>
        </p:spPr>
      </p:sp>
      <p:sp>
        <p:nvSpPr>
          <p:cNvPr id="81" name="合作时间线节点-3"/>
          <p:cNvSpPr>
            <a:spLocks noGrp="1"/>
          </p:cNvSpPr>
          <p:nvPr/>
        </p:nvSpPr>
        <p:spPr>
          <a:xfrm rot="2700000">
            <a:off x="12325350" y="6724650"/>
            <a:ext cx="171450" cy="171450"/>
          </a:xfrm>
          <a:prstGeom prst="rect">
            <a:avLst/>
          </a:prstGeom>
          <a:solidFill>
            <a:srgbClr val="A8E92D"/>
          </a:solidFill>
          <a:ln w="0">
            <a:noFill/>
            <a:prstDash val="solid"/>
          </a:ln>
        </p:spPr>
      </p:sp>
      <p:sp>
        <p:nvSpPr>
          <p:cNvPr id="82" name="合作时间线节点-4"/>
          <p:cNvSpPr>
            <a:spLocks noGrp="1"/>
          </p:cNvSpPr>
          <p:nvPr/>
        </p:nvSpPr>
        <p:spPr>
          <a:xfrm rot="2700000">
            <a:off x="17183100" y="6724650"/>
            <a:ext cx="171450" cy="171450"/>
          </a:xfrm>
          <a:prstGeom prst="rect">
            <a:avLst/>
          </a:prstGeom>
          <a:solidFill>
            <a:srgbClr val="A8E92D"/>
          </a:solidFill>
          <a:ln w="0">
            <a:noFill/>
            <a:prstDash val="solid"/>
          </a:ln>
        </p:spPr>
      </p:sp>
      <p:sp>
        <p:nvSpPr>
          <p:cNvPr id="83" name="合作回顾结论底"/>
          <p:cNvSpPr>
            <a:spLocks noGrp="1"/>
          </p:cNvSpPr>
          <p:nvPr/>
        </p:nvSpPr>
        <p:spPr>
          <a:xfrm>
            <a:off x="1028700" y="7410450"/>
            <a:ext cx="16230600" cy="1524000"/>
          </a:xfrm>
          <a:prstGeom prst="rect">
            <a:avLst/>
          </a:prstGeom>
          <a:solidFill>
            <a:srgbClr val="142347"/>
          </a:solidFill>
          <a:ln w="9525">
            <a:solidFill>
              <a:srgbClr val="3857A9"/>
            </a:solidFill>
            <a:prstDash val="solid"/>
          </a:ln>
        </p:spPr>
      </p:sp>
      <p:sp>
        <p:nvSpPr>
          <p:cNvPr id="84" name="合作回顾结论强调"/>
          <p:cNvSpPr>
            <a:spLocks noGrp="1"/>
          </p:cNvSpPr>
          <p:nvPr/>
        </p:nvSpPr>
        <p:spPr>
          <a:xfrm>
            <a:off x="1028700" y="7410450"/>
            <a:ext cx="152400" cy="1524000"/>
          </a:xfrm>
          <a:prstGeom prst="rect">
            <a:avLst/>
          </a:prstGeom>
          <a:solidFill>
            <a:srgbClr val="A8E92D"/>
          </a:solidFill>
          <a:ln w="0">
            <a:noFill/>
            <a:prstDash val="solid"/>
          </a:ln>
        </p:spPr>
      </p:sp>
      <p:sp>
        <p:nvSpPr>
          <p:cNvPr id="85" name="合作回顾结论"/>
          <p:cNvSpPr>
            <a:spLocks noGrp="1"/>
          </p:cNvSpPr>
          <p:nvPr/>
        </p:nvSpPr>
        <p:spPr>
          <a:xfrm>
            <a:off x="1562100" y="7715250"/>
            <a:ext cx="15144750" cy="800100"/>
          </a:xfrm>
          <a:prstGeom prst="rect">
            <a:avLst/>
          </a:prstGeom>
          <a:noFill/>
          <a:ln w="0">
            <a:noFill/>
            <a:prstDash val="solid"/>
          </a:ln>
        </p:spPr>
        <p:txBody>
          <a:bodyPr wrap="square" lIns="0" tIns="0" rIns="0" bIns="0" anchor="ctr">
            <a:normAutofit/>
          </a:bodyPr>
          <a:lstStyle/>
          <a:p>
            <a:pPr algn="ctr">
              <a:buNone/>
              <a:defRPr sz="2850" b="1">
                <a:solidFill>
                  <a:srgbClr val="FFFFFF"/>
                </a:solidFill>
                <a:latin typeface="PingFang SC" panose="020B0400000000000000" charset="-122"/>
                <a:ea typeface="PingFang SC" panose="020B0400000000000000" charset="-122"/>
                <a:cs typeface="PingFang SC" panose="020B0400000000000000" charset="-122"/>
              </a:defRPr>
            </a:pPr>
            <a:r>
              <a:rPr sz="2850" b="1">
                <a:solidFill>
                  <a:srgbClr val="FFFFFF"/>
                </a:solidFill>
                <a:latin typeface="PingFang SC" panose="020B0400000000000000" charset="-122"/>
                <a:ea typeface="PingFang SC" panose="020B0400000000000000" charset="-122"/>
                <a:cs typeface="PingFang SC" panose="020B0400000000000000" charset="-122"/>
              </a:rPr>
              <a:t>今天，双方继续把人才培养与场景共创推进到真实企业现场。</a:t>
            </a:r>
            <a:endParaRPr sz="28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6" name="footer-03 / 09-plate"/>
          <p:cNvSpPr>
            <a:spLocks noGrp="1"/>
          </p:cNvSpPr>
          <p:nvPr/>
        </p:nvSpPr>
        <p:spPr>
          <a:xfrm>
            <a:off x="1123950" y="9696450"/>
            <a:ext cx="16040100" cy="476250"/>
          </a:xfrm>
          <a:prstGeom prst="rect">
            <a:avLst/>
          </a:prstGeom>
          <a:solidFill>
            <a:srgbClr val="FFFFFF"/>
          </a:solidFill>
          <a:ln w="9525">
            <a:solidFill>
              <a:srgbClr val="FFFFFF">
                <a:alpha val="18000"/>
              </a:srgbClr>
            </a:solidFill>
            <a:prstDash val="solid"/>
          </a:ln>
        </p:spPr>
      </p:sp>
      <p:pic>
        <p:nvPicPr>
          <p:cNvPr id="181" name="footer-03 / 09-sjtu"/>
          <p:cNvPicPr>
            <a:picLocks noChangeAspect="1"/>
          </p:cNvPicPr>
          <p:nvPr/>
        </p:nvPicPr>
        <p:blipFill>
          <a:blip r:embed="rId4"/>
          <a:stretch>
            <a:fillRect/>
          </a:stretch>
        </p:blipFill>
        <p:spPr>
          <a:xfrm>
            <a:off x="1468075" y="9801225"/>
            <a:ext cx="1654900" cy="266700"/>
          </a:xfrm>
          <a:prstGeom prst="rect">
            <a:avLst/>
          </a:prstGeom>
        </p:spPr>
      </p:pic>
      <p:sp>
        <p:nvSpPr>
          <p:cNvPr id="88" name="footer-03 / 09-divider"/>
          <p:cNvSpPr>
            <a:spLocks noGrp="1"/>
          </p:cNvSpPr>
          <p:nvPr/>
        </p:nvSpPr>
        <p:spPr>
          <a:xfrm>
            <a:off x="3362325" y="9801225"/>
            <a:ext cx="0" cy="266700"/>
          </a:xfrm>
          <a:prstGeom prst="line">
            <a:avLst/>
          </a:prstGeom>
          <a:noFill/>
          <a:ln w="9525">
            <a:solidFill>
              <a:srgbClr val="CBD2DE"/>
            </a:solidFill>
            <a:prstDash val="solid"/>
          </a:ln>
        </p:spPr>
      </p:sp>
      <p:pic>
        <p:nvPicPr>
          <p:cNvPr id="183" name="footer-03 / 09-dw"/>
          <p:cNvPicPr>
            <a:picLocks noChangeAspect="1"/>
          </p:cNvPicPr>
          <p:nvPr/>
        </p:nvPicPr>
        <p:blipFill>
          <a:blip r:embed="rId5"/>
          <a:stretch>
            <a:fillRect/>
          </a:stretch>
        </p:blipFill>
        <p:spPr>
          <a:xfrm>
            <a:off x="3581400" y="9826745"/>
            <a:ext cx="1524000" cy="215660"/>
          </a:xfrm>
          <a:prstGeom prst="rect">
            <a:avLst/>
          </a:prstGeom>
        </p:spPr>
      </p:pic>
      <p:sp>
        <p:nvSpPr>
          <p:cNvPr id="90" name="footer-03 / 09-page"/>
          <p:cNvSpPr>
            <a:spLocks noGrp="1"/>
          </p:cNvSpPr>
          <p:nvPr/>
        </p:nvSpPr>
        <p:spPr>
          <a:xfrm>
            <a:off x="15830550" y="9829800"/>
            <a:ext cx="1047750" cy="20955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03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224"/>
        </a:solidFill>
        <a:effectLst/>
      </p:bgPr>
    </p:bg>
    <p:spTree>
      <p:nvGrpSpPr>
        <p:cNvPr id="1" name=""/>
        <p:cNvGrpSpPr/>
        <p:nvPr/>
      </p:nvGrpSpPr>
      <p:grpSpPr/>
      <p:pic>
        <p:nvPicPr>
          <p:cNvPr id="69" name="杭州活动照片"/>
          <p:cNvPicPr>
            <a:picLocks noChangeAspect="1"/>
          </p:cNvPicPr>
          <p:nvPr/>
        </p:nvPicPr>
        <p:blipFill>
          <a:blip r:embed="rId1"/>
          <a:srcRect l="7669" r="7669"/>
          <a:stretch>
            <a:fillRect/>
          </a:stretch>
        </p:blipFill>
        <p:spPr>
          <a:xfrm>
            <a:off x="0" y="0"/>
            <a:ext cx="10953750" cy="8620125"/>
          </a:xfrm>
          <a:prstGeom prst="rect">
            <a:avLst/>
          </a:prstGeom>
        </p:spPr>
      </p:pic>
      <p:pic>
        <p:nvPicPr>
          <p:cNvPr id="70" name="上海活动照片"/>
          <p:cNvPicPr>
            <a:picLocks noChangeAspect="1"/>
          </p:cNvPicPr>
          <p:nvPr/>
        </p:nvPicPr>
        <p:blipFill>
          <a:blip r:embed="rId2"/>
          <a:srcRect t="3277" b="3277"/>
          <a:stretch>
            <a:fillRect/>
          </a:stretch>
        </p:blipFill>
        <p:spPr>
          <a:xfrm>
            <a:off x="10572750" y="0"/>
            <a:ext cx="7715250" cy="4810125"/>
          </a:xfrm>
          <a:prstGeom prst="rect">
            <a:avLst/>
          </a:prstGeom>
        </p:spPr>
      </p:pic>
      <p:pic>
        <p:nvPicPr>
          <p:cNvPr id="71" name="南京活动照片"/>
          <p:cNvPicPr>
            <a:picLocks noChangeAspect="1"/>
          </p:cNvPicPr>
          <p:nvPr/>
        </p:nvPicPr>
        <p:blipFill>
          <a:blip r:embed="rId3"/>
          <a:srcRect t="13385" b="13385"/>
          <a:stretch>
            <a:fillRect/>
          </a:stretch>
        </p:blipFill>
        <p:spPr>
          <a:xfrm>
            <a:off x="10001250" y="4572000"/>
            <a:ext cx="8286750" cy="4048125"/>
          </a:xfrm>
          <a:prstGeom prst="rect">
            <a:avLst/>
          </a:prstGeom>
        </p:spPr>
      </p:pic>
      <p:sp>
        <p:nvSpPr>
          <p:cNvPr id="4" name="三城照片统一深色蒙版"/>
          <p:cNvSpPr>
            <a:spLocks noGrp="1"/>
          </p:cNvSpPr>
          <p:nvPr/>
        </p:nvSpPr>
        <p:spPr>
          <a:xfrm>
            <a:off x="0" y="0"/>
            <a:ext cx="18288000" cy="8620125"/>
          </a:xfrm>
          <a:prstGeom prst="rect">
            <a:avLst/>
          </a:prstGeom>
          <a:solidFill>
            <a:srgbClr val="061326">
              <a:alpha val="78000"/>
            </a:srgbClr>
          </a:solidFill>
          <a:ln w="0">
            <a:noFill/>
            <a:prstDash val="solid"/>
          </a:ln>
        </p:spPr>
      </p:sp>
      <p:sp>
        <p:nvSpPr>
          <p:cNvPr id="5" name="三城标题局部蒙版"/>
          <p:cNvSpPr>
            <a:spLocks noGrp="1"/>
          </p:cNvSpPr>
          <p:nvPr/>
        </p:nvSpPr>
        <p:spPr>
          <a:xfrm>
            <a:off x="0" y="0"/>
            <a:ext cx="10858500" cy="4191000"/>
          </a:xfrm>
          <a:prstGeom prst="rect">
            <a:avLst/>
          </a:prstGeom>
          <a:solidFill>
            <a:srgbClr val="07172D">
              <a:alpha val="36000"/>
            </a:srgbClr>
          </a:solidFill>
          <a:ln w="0">
            <a:noFill/>
            <a:prstDash val="solid"/>
          </a:ln>
        </p:spPr>
      </p:sp>
      <p:sp>
        <p:nvSpPr>
          <p:cNvPr id="6" name="页码-03 / 09"/>
          <p:cNvSpPr>
            <a:spLocks noGrp="1"/>
          </p:cNvSpPr>
          <p:nvPr/>
        </p:nvSpPr>
        <p:spPr>
          <a:xfrm>
            <a:off x="16573500" y="323850"/>
            <a:ext cx="1095375" cy="266700"/>
          </a:xfrm>
          <a:prstGeom prst="rect">
            <a:avLst/>
          </a:prstGeom>
          <a:noFill/>
          <a:ln w="0">
            <a:noFill/>
            <a:prstDash val="solid"/>
          </a:ln>
        </p:spPr>
        <p:txBody>
          <a:bodyPr wrap="square" lIns="0" tIns="0" rIns="0" bIns="0" anchor="ctr">
            <a:normAutofit/>
          </a:bodyPr>
          <a:lstStyle/>
          <a:p>
            <a:pPr algn="r">
              <a:buNone/>
              <a:defRPr sz="1125" b="1">
                <a:solidFill>
                  <a:srgbClr val="B5BECC"/>
                </a:solidFill>
                <a:latin typeface="Arial" panose="020B0604020202090204"/>
                <a:ea typeface="Arial" panose="020B0604020202090204"/>
                <a:cs typeface="Arial" panose="020B0604020202090204"/>
              </a:defRPr>
            </a:pPr>
            <a:r>
              <a:rPr sz="1125" b="1">
                <a:solidFill>
                  <a:srgbClr val="B5BECC"/>
                </a:solidFill>
                <a:latin typeface="Arial" panose="020B0604020202090204"/>
                <a:ea typeface="Arial" panose="020B0604020202090204"/>
                <a:cs typeface="Arial" panose="020B0604020202090204"/>
              </a:rPr>
              <a:t>04 / 08</a:t>
            </a:r>
            <a:endParaRPr sz="1125" b="1">
              <a:solidFill>
                <a:srgbClr val="B5BECC"/>
              </a:solidFill>
              <a:latin typeface="Arial" panose="020B0604020202090204"/>
              <a:ea typeface="Arial" panose="020B0604020202090204"/>
              <a:cs typeface="Arial" panose="020B0604020202090204"/>
            </a:endParaRPr>
          </a:p>
        </p:txBody>
      </p:sp>
      <p:sp>
        <p:nvSpPr>
          <p:cNvPr id="7" name="三城日期路线"/>
          <p:cNvSpPr>
            <a:spLocks noGrp="1"/>
          </p:cNvSpPr>
          <p:nvPr/>
        </p:nvSpPr>
        <p:spPr>
          <a:xfrm>
            <a:off x="1123950" y="600075"/>
            <a:ext cx="6477000" cy="285750"/>
          </a:xfrm>
          <a:prstGeom prst="rect">
            <a:avLst/>
          </a:prstGeom>
          <a:noFill/>
          <a:ln w="0">
            <a:noFill/>
            <a:prstDash val="solid"/>
          </a:ln>
        </p:spPr>
        <p:txBody>
          <a:bodyPr wrap="square" lIns="0" tIns="0" rIns="0" bIns="0" anchor="t">
            <a:normAutofit/>
          </a:bodyPr>
          <a:lstStyle/>
          <a:p>
            <a:pPr algn="l">
              <a:buNone/>
              <a:defRPr sz="1275" b="1">
                <a:solidFill>
                  <a:srgbClr val="E8ECF3"/>
                </a:solidFill>
                <a:latin typeface="PingFang SC" panose="020B0400000000000000" charset="-122"/>
                <a:ea typeface="PingFang SC" panose="020B0400000000000000" charset="-122"/>
                <a:cs typeface="PingFang SC" panose="020B0400000000000000" charset="-122"/>
              </a:defRPr>
            </a:pPr>
            <a:r>
              <a:rPr sz="1275" b="1">
                <a:solidFill>
                  <a:srgbClr val="E8ECF3"/>
                </a:solidFill>
                <a:latin typeface="PingFang SC" panose="020B0400000000000000" charset="-122"/>
                <a:ea typeface="PingFang SC" panose="020B0400000000000000" charset="-122"/>
                <a:cs typeface="PingFang SC" panose="020B0400000000000000" charset="-122"/>
              </a:rPr>
              <a:t>杭州 / 08.24     上海 / 08.26     南京 / 08.28</a:t>
            </a:r>
            <a:endParaRPr sz="1275" b="1">
              <a:solidFill>
                <a:srgbClr val="E8ECF3"/>
              </a:solidFill>
              <a:latin typeface="PingFang SC" panose="020B0400000000000000" charset="-122"/>
              <a:ea typeface="PingFang SC" panose="020B0400000000000000" charset="-122"/>
              <a:cs typeface="PingFang SC" panose="020B0400000000000000" charset="-122"/>
            </a:endParaRPr>
          </a:p>
        </p:txBody>
      </p:sp>
      <p:sp>
        <p:nvSpPr>
          <p:cNvPr id="8" name="三城行动短线"/>
          <p:cNvSpPr>
            <a:spLocks noGrp="1"/>
          </p:cNvSpPr>
          <p:nvPr/>
        </p:nvSpPr>
        <p:spPr>
          <a:xfrm>
            <a:off x="1123950" y="1362075"/>
            <a:ext cx="400050" cy="0"/>
          </a:xfrm>
          <a:prstGeom prst="line">
            <a:avLst/>
          </a:prstGeom>
          <a:noFill/>
          <a:ln w="28575">
            <a:solidFill>
              <a:srgbClr val="FFD425"/>
            </a:solidFill>
            <a:prstDash val="solid"/>
          </a:ln>
        </p:spPr>
      </p:sp>
      <p:sp>
        <p:nvSpPr>
          <p:cNvPr id="9" name="三城行动标签"/>
          <p:cNvSpPr>
            <a:spLocks noGrp="1"/>
          </p:cNvSpPr>
          <p:nvPr/>
        </p:nvSpPr>
        <p:spPr>
          <a:xfrm>
            <a:off x="1676400" y="1219200"/>
            <a:ext cx="5905500" cy="323850"/>
          </a:xfrm>
          <a:prstGeom prst="rect">
            <a:avLst/>
          </a:prstGeom>
          <a:noFill/>
          <a:ln w="0">
            <a:noFill/>
            <a:prstDash val="solid"/>
          </a:ln>
        </p:spPr>
        <p:txBody>
          <a:bodyPr wrap="square" lIns="0" tIns="0" rIns="0" bIns="0" anchor="t">
            <a:normAutofit/>
          </a:bodyPr>
          <a:lstStyle/>
          <a:p>
            <a:pPr algn="l">
              <a:buNone/>
              <a:defRPr sz="1725" b="1">
                <a:solidFill>
                  <a:srgbClr val="FFD425"/>
                </a:solidFill>
                <a:latin typeface="PingFang SC" panose="020B0400000000000000" charset="-122"/>
                <a:ea typeface="PingFang SC" panose="020B0400000000000000" charset="-122"/>
                <a:cs typeface="PingFang SC" panose="020B0400000000000000" charset="-122"/>
              </a:defRPr>
            </a:pPr>
            <a:r>
              <a:rPr sz="1725" b="1">
                <a:solidFill>
                  <a:srgbClr val="FFD425"/>
                </a:solidFill>
                <a:latin typeface="PingFang SC" panose="020B0400000000000000" charset="-122"/>
                <a:ea typeface="PingFang SC" panose="020B0400000000000000" charset="-122"/>
                <a:cs typeface="PingFang SC" panose="020B0400000000000000" charset="-122"/>
              </a:rPr>
              <a:t>FDE 企业 AI 落地班 · 长三角特别行动</a:t>
            </a:r>
            <a:endParaRPr sz="1725" b="1">
              <a:solidFill>
                <a:srgbClr val="FFD425"/>
              </a:solidFill>
              <a:latin typeface="PingFang SC" panose="020B0400000000000000" charset="-122"/>
              <a:ea typeface="PingFang SC" panose="020B0400000000000000" charset="-122"/>
              <a:cs typeface="PingFang SC" panose="020B0400000000000000" charset="-122"/>
            </a:endParaRPr>
          </a:p>
        </p:txBody>
      </p:sp>
      <p:sp>
        <p:nvSpPr>
          <p:cNvPr id="10" name="三城主标题-第一行"/>
          <p:cNvSpPr>
            <a:spLocks noGrp="1"/>
          </p:cNvSpPr>
          <p:nvPr/>
        </p:nvSpPr>
        <p:spPr>
          <a:xfrm>
            <a:off x="1123950" y="1743075"/>
            <a:ext cx="7334250" cy="628650"/>
          </a:xfrm>
          <a:prstGeom prst="rect">
            <a:avLst/>
          </a:prstGeom>
          <a:noFill/>
          <a:ln w="0">
            <a:noFill/>
            <a:prstDash val="solid"/>
          </a:ln>
        </p:spPr>
        <p:txBody>
          <a:bodyPr wrap="square" lIns="0" tIns="0" rIns="0" bIns="0" anchor="t">
            <a:normAutofit/>
          </a:bodyPr>
          <a:lstStyle/>
          <a:p>
            <a:pPr algn="l">
              <a:buNone/>
              <a:defRPr sz="4125" b="1">
                <a:solidFill>
                  <a:srgbClr val="FFFFFF"/>
                </a:solidFill>
                <a:latin typeface="PingFang SC" panose="020B0400000000000000" charset="-122"/>
                <a:ea typeface="PingFang SC" panose="020B0400000000000000" charset="-122"/>
                <a:cs typeface="PingFang SC" panose="020B0400000000000000" charset="-122"/>
              </a:defRPr>
            </a:pPr>
            <a:r>
              <a:rPr sz="4125" b="1">
                <a:solidFill>
                  <a:srgbClr val="FFFFFF"/>
                </a:solidFill>
                <a:latin typeface="PingFang SC" panose="020B0400000000000000" charset="-122"/>
                <a:ea typeface="PingFang SC" panose="020B0400000000000000" charset="-122"/>
                <a:cs typeface="PingFang SC" panose="020B0400000000000000" charset="-122"/>
              </a:rPr>
              <a:t>让 AI 落进真实业务，</a:t>
            </a:r>
            <a:endParaRPr sz="4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11" name="三城主标题-第二行"/>
          <p:cNvSpPr>
            <a:spLocks noGrp="1"/>
          </p:cNvSpPr>
          <p:nvPr/>
        </p:nvSpPr>
        <p:spPr>
          <a:xfrm>
            <a:off x="1123950" y="2352675"/>
            <a:ext cx="4286250" cy="638175"/>
          </a:xfrm>
          <a:prstGeom prst="rect">
            <a:avLst/>
          </a:prstGeom>
          <a:noFill/>
          <a:ln w="0">
            <a:noFill/>
            <a:prstDash val="solid"/>
          </a:ln>
        </p:spPr>
        <p:txBody>
          <a:bodyPr wrap="square" lIns="0" tIns="0" rIns="0" bIns="0" anchor="t">
            <a:normAutofit/>
          </a:bodyPr>
          <a:lstStyle/>
          <a:p>
            <a:pPr algn="l">
              <a:buNone/>
              <a:defRPr sz="4125" b="1">
                <a:solidFill>
                  <a:srgbClr val="FFFFFF"/>
                </a:solidFill>
                <a:latin typeface="PingFang SC" panose="020B0400000000000000" charset="-122"/>
                <a:ea typeface="PingFang SC" panose="020B0400000000000000" charset="-122"/>
                <a:cs typeface="PingFang SC" panose="020B0400000000000000" charset="-122"/>
              </a:defRPr>
            </a:pPr>
            <a:r>
              <a:rPr sz="4125" b="1">
                <a:solidFill>
                  <a:srgbClr val="FFFFFF"/>
                </a:solidFill>
                <a:latin typeface="PingFang SC" panose="020B0400000000000000" charset="-122"/>
                <a:ea typeface="PingFang SC" panose="020B0400000000000000" charset="-122"/>
                <a:cs typeface="PingFang SC" panose="020B0400000000000000" charset="-122"/>
              </a:rPr>
              <a:t>让优秀 FDE</a:t>
            </a:r>
            <a:endParaRPr sz="4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12" name="被行业看见强调底"/>
          <p:cNvSpPr>
            <a:spLocks noGrp="1"/>
          </p:cNvSpPr>
          <p:nvPr/>
        </p:nvSpPr>
        <p:spPr>
          <a:xfrm rot="-60000">
            <a:off x="3994150" y="2343150"/>
            <a:ext cx="2857500" cy="628650"/>
          </a:xfrm>
          <a:prstGeom prst="rect">
            <a:avLst/>
          </a:prstGeom>
          <a:solidFill>
            <a:srgbClr val="FFD425"/>
          </a:solidFill>
          <a:ln w="0">
            <a:noFill/>
            <a:prstDash val="solid"/>
          </a:ln>
        </p:spPr>
      </p:sp>
      <p:sp>
        <p:nvSpPr>
          <p:cNvPr id="13" name="被行业看见强调字"/>
          <p:cNvSpPr>
            <a:spLocks noGrp="1"/>
          </p:cNvSpPr>
          <p:nvPr/>
        </p:nvSpPr>
        <p:spPr>
          <a:xfrm rot="-60000">
            <a:off x="4165600" y="2352675"/>
            <a:ext cx="2571750" cy="581025"/>
          </a:xfrm>
          <a:prstGeom prst="rect">
            <a:avLst/>
          </a:prstGeom>
          <a:noFill/>
          <a:ln w="0">
            <a:noFill/>
            <a:prstDash val="solid"/>
          </a:ln>
        </p:spPr>
        <p:txBody>
          <a:bodyPr wrap="square" lIns="0" tIns="0" rIns="0" bIns="0" anchor="ctr">
            <a:normAutofit fontScale="99673"/>
          </a:bodyPr>
          <a:lstStyle/>
          <a:p>
            <a:pPr algn="ctr">
              <a:buNone/>
              <a:defRPr sz="3825" b="1">
                <a:solidFill>
                  <a:srgbClr val="070A10"/>
                </a:solidFill>
                <a:latin typeface="PingFang SC" panose="020B0400000000000000" charset="-122"/>
                <a:ea typeface="PingFang SC" panose="020B0400000000000000" charset="-122"/>
                <a:cs typeface="PingFang SC" panose="020B0400000000000000" charset="-122"/>
              </a:defRPr>
            </a:pPr>
            <a:r>
              <a:rPr sz="3825" b="1">
                <a:solidFill>
                  <a:srgbClr val="070A10"/>
                </a:solidFill>
                <a:latin typeface="PingFang SC" panose="020B0400000000000000" charset="-122"/>
                <a:ea typeface="PingFang SC" panose="020B0400000000000000" charset="-122"/>
                <a:cs typeface="PingFang SC" panose="020B0400000000000000" charset="-122"/>
              </a:rPr>
              <a:t>被行业看见</a:t>
            </a:r>
            <a:endParaRPr sz="3825"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14" name="三城导语"/>
          <p:cNvSpPr>
            <a:spLocks noGrp="1"/>
          </p:cNvSpPr>
          <p:nvPr/>
        </p:nvSpPr>
        <p:spPr>
          <a:xfrm>
            <a:off x="1123950" y="3238500"/>
            <a:ext cx="8763000" cy="447675"/>
          </a:xfrm>
          <a:prstGeom prst="rect">
            <a:avLst/>
          </a:prstGeom>
          <a:noFill/>
          <a:ln w="0">
            <a:noFill/>
            <a:prstDash val="solid"/>
          </a:ln>
        </p:spPr>
        <p:txBody>
          <a:bodyPr wrap="square" lIns="0" tIns="0" rIns="0" bIns="0" anchor="t">
            <a:normAutofit/>
          </a:bodyPr>
          <a:lstStyle/>
          <a:p>
            <a:pPr algn="l">
              <a:buNone/>
              <a:defRPr sz="1800" b="1">
                <a:solidFill>
                  <a:srgbClr val="D5DCE7"/>
                </a:solidFill>
                <a:latin typeface="PingFang SC" panose="020B0400000000000000" charset="-122"/>
                <a:ea typeface="PingFang SC" panose="020B0400000000000000" charset="-122"/>
                <a:cs typeface="PingFang SC" panose="020B0400000000000000" charset="-122"/>
              </a:defRPr>
            </a:pPr>
            <a:r>
              <a:rPr sz="1800" b="1">
                <a:solidFill>
                  <a:srgbClr val="D5DCE7"/>
                </a:solidFill>
                <a:latin typeface="PingFang SC" panose="020B0400000000000000" charset="-122"/>
                <a:ea typeface="PingFang SC" panose="020B0400000000000000" charset="-122"/>
                <a:cs typeface="PingFang SC" panose="020B0400000000000000" charset="-122"/>
              </a:rPr>
              <a:t>企业负责人讲清问题，FDE 当面诊断场景，共同找到值得验证的第一步。</a:t>
            </a:r>
            <a:endParaRPr sz="1800" b="1">
              <a:solidFill>
                <a:srgbClr val="D5DCE7"/>
              </a:solidFill>
              <a:latin typeface="PingFang SC" panose="020B0400000000000000" charset="-122"/>
              <a:ea typeface="PingFang SC" panose="020B0400000000000000" charset="-122"/>
              <a:cs typeface="PingFang SC" panose="020B0400000000000000" charset="-122"/>
            </a:endParaRPr>
          </a:p>
        </p:txBody>
      </p:sp>
      <p:sp>
        <p:nvSpPr>
          <p:cNvPr id="15" name="三城数据总底"/>
          <p:cNvSpPr>
            <a:spLocks noGrp="1"/>
          </p:cNvSpPr>
          <p:nvPr/>
        </p:nvSpPr>
        <p:spPr>
          <a:xfrm>
            <a:off x="1123950" y="4495800"/>
            <a:ext cx="16040100" cy="2362200"/>
          </a:xfrm>
          <a:prstGeom prst="roundRect">
            <a:avLst>
              <a:gd name="adj" fmla="val 7258"/>
            </a:avLst>
          </a:prstGeom>
          <a:solidFill>
            <a:srgbClr val="06142E">
              <a:alpha val="92000"/>
            </a:srgbClr>
          </a:solidFill>
          <a:ln w="9525">
            <a:solidFill>
              <a:srgbClr val="7D8BA0"/>
            </a:solidFill>
            <a:prstDash val="solid"/>
          </a:ln>
        </p:spPr>
      </p:sp>
      <p:sp>
        <p:nvSpPr>
          <p:cNvPr id="16" name="三城数据强调1"/>
          <p:cNvSpPr>
            <a:spLocks noGrp="1"/>
          </p:cNvSpPr>
          <p:nvPr/>
        </p:nvSpPr>
        <p:spPr>
          <a:xfrm>
            <a:off x="1123950" y="4495800"/>
            <a:ext cx="3208020" cy="38100"/>
          </a:xfrm>
          <a:prstGeom prst="rect">
            <a:avLst/>
          </a:prstGeom>
          <a:solidFill>
            <a:srgbClr val="2E5BFF"/>
          </a:solidFill>
          <a:ln w="0">
            <a:noFill/>
            <a:prstDash val="solid"/>
          </a:ln>
        </p:spPr>
      </p:sp>
      <p:sp>
        <p:nvSpPr>
          <p:cNvPr id="17" name="三城数据值1"/>
          <p:cNvSpPr>
            <a:spLocks noGrp="1"/>
          </p:cNvSpPr>
          <p:nvPr/>
        </p:nvSpPr>
        <p:spPr>
          <a:xfrm>
            <a:off x="1390650" y="4714875"/>
            <a:ext cx="2752725" cy="762000"/>
          </a:xfrm>
          <a:prstGeom prst="rect">
            <a:avLst/>
          </a:prstGeom>
          <a:noFill/>
          <a:ln w="0">
            <a:noFill/>
            <a:prstDash val="solid"/>
          </a:ln>
        </p:spPr>
        <p:txBody>
          <a:bodyPr wrap="none" lIns="0" tIns="0" rIns="0" bIns="0" anchor="ctr">
            <a:noAutofit/>
          </a:bodyPr>
          <a:lstStyle/>
          <a:p>
            <a:pPr algn="l">
              <a:lnSpc>
                <a:spcPct val="105000"/>
              </a:lnSpc>
              <a:buNone/>
              <a:defRPr sz="4500" b="1">
                <a:solidFill>
                  <a:srgbClr val="FFD425"/>
                </a:solidFill>
                <a:latin typeface="PingFang SC" panose="020B0400000000000000" charset="-122"/>
                <a:ea typeface="PingFang SC" panose="020B0400000000000000" charset="-122"/>
                <a:cs typeface="PingFang SC" panose="020B0400000000000000" charset="-122"/>
              </a:defRPr>
            </a:pPr>
            <a:r>
              <a:rPr sz="4500" b="1">
                <a:solidFill>
                  <a:srgbClr val="FFD425"/>
                </a:solidFill>
                <a:latin typeface="PingFang SC" panose="020B0400000000000000" charset="-122"/>
                <a:ea typeface="PingFang SC" panose="020B0400000000000000" charset="-122"/>
                <a:cs typeface="PingFang SC" panose="020B0400000000000000" charset="-122"/>
              </a:rPr>
              <a:t>3 城</a:t>
            </a:r>
            <a:endParaRPr sz="3975" b="1">
              <a:solidFill>
                <a:srgbClr val="FFD425"/>
              </a:solidFill>
              <a:latin typeface="Arial" panose="020B0604020202090204"/>
              <a:ea typeface="Arial" panose="020B0604020202090204"/>
              <a:cs typeface="Arial" panose="020B0604020202090204"/>
            </a:endParaRPr>
          </a:p>
        </p:txBody>
      </p:sp>
      <p:sp>
        <p:nvSpPr>
          <p:cNvPr id="19" name="三城数据标签1"/>
          <p:cNvSpPr>
            <a:spLocks noGrp="1"/>
          </p:cNvSpPr>
          <p:nvPr/>
        </p:nvSpPr>
        <p:spPr>
          <a:xfrm>
            <a:off x="1390650" y="5581650"/>
            <a:ext cx="2752725" cy="409575"/>
          </a:xfrm>
          <a:prstGeom prst="rect">
            <a:avLst/>
          </a:prstGeom>
          <a:noFill/>
          <a:ln w="0">
            <a:noFill/>
            <a:prstDash val="solid"/>
          </a:ln>
        </p:spPr>
        <p:txBody>
          <a:bodyPr wrap="none" lIns="0" tIns="0" rIns="0" bIns="0" anchor="ctr">
            <a:noAutofit/>
          </a:bodyPr>
          <a:lstStyle/>
          <a:p>
            <a:pPr algn="l">
              <a:lnSpc>
                <a:spcPct val="105000"/>
              </a:lnSpc>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杭州 · 上海 · 南京</a:t>
            </a:r>
            <a:endParaRPr sz="18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20" name="三城数据说明1"/>
          <p:cNvSpPr>
            <a:spLocks noGrp="1"/>
          </p:cNvSpPr>
          <p:nvPr/>
        </p:nvSpPr>
        <p:spPr>
          <a:xfrm>
            <a:off x="1390650" y="6143625"/>
            <a:ext cx="2752725" cy="476250"/>
          </a:xfrm>
          <a:prstGeom prst="rect">
            <a:avLst/>
          </a:prstGeom>
          <a:noFill/>
          <a:ln w="0">
            <a:noFill/>
            <a:prstDash val="solid"/>
          </a:ln>
        </p:spPr>
        <p:txBody>
          <a:bodyPr wrap="square" lIns="0" tIns="0" rIns="0" bIns="0" anchor="ctr">
            <a:noAutofit/>
          </a:bodyPr>
          <a:lstStyle/>
          <a:p>
            <a:pPr algn="l">
              <a:lnSpc>
                <a:spcPct val="105000"/>
              </a:lnSpc>
              <a:buNone/>
              <a:defRPr sz="1650" b="0">
                <a:solidFill>
                  <a:srgbClr val="BAC7D8"/>
                </a:solidFill>
                <a:latin typeface="PingFang SC" panose="020B0400000000000000" charset="-122"/>
                <a:ea typeface="PingFang SC" panose="020B0400000000000000" charset="-122"/>
                <a:cs typeface="PingFang SC" panose="020B0400000000000000" charset="-122"/>
              </a:defRPr>
            </a:pPr>
            <a:r>
              <a:rPr sz="1650" b="0">
                <a:solidFill>
                  <a:srgbClr val="BAC7D8"/>
                </a:solidFill>
                <a:latin typeface="PingFang SC" panose="020B0400000000000000" charset="-122"/>
                <a:ea typeface="PingFang SC" panose="020B0400000000000000" charset="-122"/>
                <a:cs typeface="PingFang SC" panose="020B0400000000000000" charset="-122"/>
              </a:rPr>
              <a:t>长三角特别行动已完成</a:t>
            </a:r>
            <a:endParaRPr sz="1350" b="1">
              <a:solidFill>
                <a:srgbClr val="AEB8C7"/>
              </a:solidFill>
              <a:latin typeface="PingFang SC" panose="020B0400000000000000" charset="-122"/>
              <a:ea typeface="PingFang SC" panose="020B0400000000000000" charset="-122"/>
              <a:cs typeface="PingFang SC" panose="020B0400000000000000" charset="-122"/>
            </a:endParaRPr>
          </a:p>
        </p:txBody>
      </p:sp>
      <p:sp>
        <p:nvSpPr>
          <p:cNvPr id="21" name="三城数据分隔1"/>
          <p:cNvSpPr>
            <a:spLocks noGrp="1"/>
          </p:cNvSpPr>
          <p:nvPr/>
        </p:nvSpPr>
        <p:spPr>
          <a:xfrm>
            <a:off x="4331970" y="4495800"/>
            <a:ext cx="0" cy="2362200"/>
          </a:xfrm>
          <a:prstGeom prst="line">
            <a:avLst/>
          </a:prstGeom>
          <a:noFill/>
          <a:ln w="9525">
            <a:solidFill>
              <a:srgbClr val="7D8BA0">
                <a:alpha val="45000"/>
              </a:srgbClr>
            </a:solidFill>
            <a:prstDash val="solid"/>
          </a:ln>
        </p:spPr>
      </p:sp>
      <p:sp>
        <p:nvSpPr>
          <p:cNvPr id="22" name="三城数据强调2"/>
          <p:cNvSpPr>
            <a:spLocks noGrp="1"/>
          </p:cNvSpPr>
          <p:nvPr/>
        </p:nvSpPr>
        <p:spPr>
          <a:xfrm>
            <a:off x="4331970" y="4495800"/>
            <a:ext cx="3208020" cy="38100"/>
          </a:xfrm>
          <a:prstGeom prst="rect">
            <a:avLst/>
          </a:prstGeom>
          <a:solidFill>
            <a:srgbClr val="FFD425"/>
          </a:solidFill>
          <a:ln w="0">
            <a:noFill/>
            <a:prstDash val="solid"/>
          </a:ln>
        </p:spPr>
      </p:sp>
      <p:sp>
        <p:nvSpPr>
          <p:cNvPr id="23" name="三城数据值2"/>
          <p:cNvSpPr>
            <a:spLocks noGrp="1"/>
          </p:cNvSpPr>
          <p:nvPr/>
        </p:nvSpPr>
        <p:spPr>
          <a:xfrm>
            <a:off x="4598670" y="4714875"/>
            <a:ext cx="2752725" cy="762000"/>
          </a:xfrm>
          <a:prstGeom prst="rect">
            <a:avLst/>
          </a:prstGeom>
          <a:noFill/>
          <a:ln w="0">
            <a:noFill/>
            <a:prstDash val="solid"/>
          </a:ln>
        </p:spPr>
        <p:txBody>
          <a:bodyPr wrap="none" lIns="0" tIns="0" rIns="0" bIns="0" anchor="ctr">
            <a:noAutofit/>
          </a:bodyPr>
          <a:lstStyle/>
          <a:p>
            <a:pPr algn="l">
              <a:lnSpc>
                <a:spcPct val="105000"/>
              </a:lnSpc>
              <a:buNone/>
              <a:defRPr sz="4500" b="1">
                <a:solidFill>
                  <a:srgbClr val="FFD425"/>
                </a:solidFill>
                <a:latin typeface="PingFang SC" panose="020B0400000000000000" charset="-122"/>
                <a:ea typeface="PingFang SC" panose="020B0400000000000000" charset="-122"/>
                <a:cs typeface="PingFang SC" panose="020B0400000000000000" charset="-122"/>
              </a:defRPr>
            </a:pPr>
            <a:r>
              <a:rPr sz="4500" b="1">
                <a:solidFill>
                  <a:srgbClr val="FFD425"/>
                </a:solidFill>
                <a:latin typeface="PingFang SC" panose="020B0400000000000000" charset="-122"/>
                <a:ea typeface="PingFang SC" panose="020B0400000000000000" charset="-122"/>
                <a:cs typeface="PingFang SC" panose="020B0400000000000000" charset="-122"/>
              </a:rPr>
              <a:t>近500家</a:t>
            </a:r>
            <a:endParaRPr sz="3975" b="1">
              <a:solidFill>
                <a:srgbClr val="FFD425"/>
              </a:solidFill>
              <a:latin typeface="Arial" panose="020B0604020202090204"/>
              <a:ea typeface="Arial" panose="020B0604020202090204"/>
              <a:cs typeface="Arial" panose="020B0604020202090204"/>
            </a:endParaRPr>
          </a:p>
        </p:txBody>
      </p:sp>
      <p:sp>
        <p:nvSpPr>
          <p:cNvPr id="25" name="三城数据标签2"/>
          <p:cNvSpPr>
            <a:spLocks noGrp="1"/>
          </p:cNvSpPr>
          <p:nvPr/>
        </p:nvSpPr>
        <p:spPr>
          <a:xfrm>
            <a:off x="4598670" y="5581650"/>
            <a:ext cx="2752725" cy="409575"/>
          </a:xfrm>
          <a:prstGeom prst="rect">
            <a:avLst/>
          </a:prstGeom>
          <a:noFill/>
          <a:ln w="0">
            <a:noFill/>
            <a:prstDash val="solid"/>
          </a:ln>
        </p:spPr>
        <p:txBody>
          <a:bodyPr wrap="none" lIns="0" tIns="0" rIns="0" bIns="0" anchor="ctr">
            <a:noAutofit/>
          </a:bodyPr>
          <a:lstStyle/>
          <a:p>
            <a:pPr algn="l">
              <a:lnSpc>
                <a:spcPct val="105000"/>
              </a:lnSpc>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企业累计报名</a:t>
            </a:r>
            <a:endParaRPr sz="18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26" name="三城数据说明2"/>
          <p:cNvSpPr>
            <a:spLocks noGrp="1"/>
          </p:cNvSpPr>
          <p:nvPr/>
        </p:nvSpPr>
        <p:spPr>
          <a:xfrm>
            <a:off x="4598670" y="6143625"/>
            <a:ext cx="2752725" cy="476250"/>
          </a:xfrm>
          <a:prstGeom prst="rect">
            <a:avLst/>
          </a:prstGeom>
          <a:noFill/>
          <a:ln w="0">
            <a:noFill/>
            <a:prstDash val="solid"/>
          </a:ln>
        </p:spPr>
        <p:txBody>
          <a:bodyPr wrap="square" lIns="0" tIns="0" rIns="0" bIns="0" anchor="ctr">
            <a:noAutofit/>
          </a:bodyPr>
          <a:lstStyle/>
          <a:p>
            <a:pPr algn="l">
              <a:lnSpc>
                <a:spcPct val="105000"/>
              </a:lnSpc>
              <a:buNone/>
              <a:defRPr sz="1650" b="0">
                <a:solidFill>
                  <a:srgbClr val="BAC7D8"/>
                </a:solidFill>
                <a:latin typeface="PingFang SC" panose="020B0400000000000000" charset="-122"/>
                <a:ea typeface="PingFang SC" panose="020B0400000000000000" charset="-122"/>
                <a:cs typeface="PingFang SC" panose="020B0400000000000000" charset="-122"/>
              </a:defRPr>
            </a:pPr>
            <a:r>
              <a:rPr sz="1650" b="0">
                <a:solidFill>
                  <a:srgbClr val="BAC7D8"/>
                </a:solidFill>
                <a:latin typeface="PingFang SC" panose="020B0400000000000000" charset="-122"/>
                <a:ea typeface="PingFang SC" panose="020B0400000000000000" charset="-122"/>
                <a:cs typeface="PingFang SC" panose="020B0400000000000000" charset="-122"/>
              </a:rPr>
              <a:t>真实业务需求持续汇聚</a:t>
            </a:r>
            <a:endParaRPr sz="1350" b="1">
              <a:solidFill>
                <a:srgbClr val="AEB8C7"/>
              </a:solidFill>
              <a:latin typeface="PingFang SC" panose="020B0400000000000000" charset="-122"/>
              <a:ea typeface="PingFang SC" panose="020B0400000000000000" charset="-122"/>
              <a:cs typeface="PingFang SC" panose="020B0400000000000000" charset="-122"/>
            </a:endParaRPr>
          </a:p>
        </p:txBody>
      </p:sp>
      <p:sp>
        <p:nvSpPr>
          <p:cNvPr id="27" name="三城数据分隔2"/>
          <p:cNvSpPr>
            <a:spLocks noGrp="1"/>
          </p:cNvSpPr>
          <p:nvPr/>
        </p:nvSpPr>
        <p:spPr>
          <a:xfrm>
            <a:off x="7539990" y="4495800"/>
            <a:ext cx="0" cy="2362200"/>
          </a:xfrm>
          <a:prstGeom prst="line">
            <a:avLst/>
          </a:prstGeom>
          <a:noFill/>
          <a:ln w="9525">
            <a:solidFill>
              <a:srgbClr val="7D8BA0">
                <a:alpha val="45000"/>
              </a:srgbClr>
            </a:solidFill>
            <a:prstDash val="solid"/>
          </a:ln>
        </p:spPr>
      </p:sp>
      <p:sp>
        <p:nvSpPr>
          <p:cNvPr id="28" name="三城数据强调3"/>
          <p:cNvSpPr>
            <a:spLocks noGrp="1"/>
          </p:cNvSpPr>
          <p:nvPr/>
        </p:nvSpPr>
        <p:spPr>
          <a:xfrm>
            <a:off x="7539990" y="4495800"/>
            <a:ext cx="3208020" cy="38100"/>
          </a:xfrm>
          <a:prstGeom prst="rect">
            <a:avLst/>
          </a:prstGeom>
          <a:solidFill>
            <a:srgbClr val="A8E92D"/>
          </a:solidFill>
          <a:ln w="0">
            <a:noFill/>
            <a:prstDash val="solid"/>
          </a:ln>
        </p:spPr>
      </p:sp>
      <p:sp>
        <p:nvSpPr>
          <p:cNvPr id="29" name="三城数据值3"/>
          <p:cNvSpPr>
            <a:spLocks noGrp="1"/>
          </p:cNvSpPr>
          <p:nvPr/>
        </p:nvSpPr>
        <p:spPr>
          <a:xfrm>
            <a:off x="7806690" y="4714875"/>
            <a:ext cx="2752725" cy="762000"/>
          </a:xfrm>
          <a:prstGeom prst="rect">
            <a:avLst/>
          </a:prstGeom>
          <a:noFill/>
          <a:ln w="0">
            <a:noFill/>
            <a:prstDash val="solid"/>
          </a:ln>
        </p:spPr>
        <p:txBody>
          <a:bodyPr wrap="none" lIns="0" tIns="0" rIns="0" bIns="0" anchor="ctr">
            <a:noAutofit/>
          </a:bodyPr>
          <a:lstStyle/>
          <a:p>
            <a:pPr algn="l">
              <a:lnSpc>
                <a:spcPct val="105000"/>
              </a:lnSpc>
              <a:buNone/>
              <a:defRPr sz="4500" b="1">
                <a:solidFill>
                  <a:srgbClr val="FFD425"/>
                </a:solidFill>
                <a:latin typeface="PingFang SC" panose="020B0400000000000000" charset="-122"/>
                <a:ea typeface="PingFang SC" panose="020B0400000000000000" charset="-122"/>
                <a:cs typeface="PingFang SC" panose="020B0400000000000000" charset="-122"/>
              </a:defRPr>
            </a:pPr>
            <a:r>
              <a:rPr sz="4500" b="1">
                <a:solidFill>
                  <a:srgbClr val="FFD425"/>
                </a:solidFill>
                <a:latin typeface="PingFang SC" panose="020B0400000000000000" charset="-122"/>
                <a:ea typeface="PingFang SC" panose="020B0400000000000000" charset="-122"/>
                <a:cs typeface="PingFang SC" panose="020B0400000000000000" charset="-122"/>
              </a:rPr>
              <a:t>20 名</a:t>
            </a:r>
            <a:endParaRPr sz="3975" b="1">
              <a:solidFill>
                <a:srgbClr val="FFD425"/>
              </a:solidFill>
              <a:latin typeface="Arial" panose="020B0604020202090204"/>
              <a:ea typeface="Arial" panose="020B0604020202090204"/>
              <a:cs typeface="Arial" panose="020B0604020202090204"/>
            </a:endParaRPr>
          </a:p>
        </p:txBody>
      </p:sp>
      <p:sp>
        <p:nvSpPr>
          <p:cNvPr id="31" name="三城数据标签3"/>
          <p:cNvSpPr>
            <a:spLocks noGrp="1"/>
          </p:cNvSpPr>
          <p:nvPr/>
        </p:nvSpPr>
        <p:spPr>
          <a:xfrm>
            <a:off x="7806690" y="5581650"/>
            <a:ext cx="2752725" cy="409575"/>
          </a:xfrm>
          <a:prstGeom prst="rect">
            <a:avLst/>
          </a:prstGeom>
          <a:noFill/>
          <a:ln w="0">
            <a:noFill/>
            <a:prstDash val="solid"/>
          </a:ln>
        </p:spPr>
        <p:txBody>
          <a:bodyPr wrap="none" lIns="0" tIns="0" rIns="0" bIns="0" anchor="ctr">
            <a:noAutofit/>
          </a:bodyPr>
          <a:lstStyle/>
          <a:p>
            <a:pPr algn="l">
              <a:lnSpc>
                <a:spcPct val="105000"/>
              </a:lnSpc>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单城精选参与者</a:t>
            </a:r>
            <a:endParaRPr sz="18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32" name="三城数据说明3"/>
          <p:cNvSpPr>
            <a:spLocks noGrp="1"/>
          </p:cNvSpPr>
          <p:nvPr/>
        </p:nvSpPr>
        <p:spPr>
          <a:xfrm>
            <a:off x="7806690" y="6143625"/>
            <a:ext cx="2752725" cy="476250"/>
          </a:xfrm>
          <a:prstGeom prst="rect">
            <a:avLst/>
          </a:prstGeom>
          <a:noFill/>
          <a:ln w="0">
            <a:noFill/>
            <a:prstDash val="solid"/>
          </a:ln>
        </p:spPr>
        <p:txBody>
          <a:bodyPr wrap="square" lIns="0" tIns="0" rIns="0" bIns="0" anchor="ctr">
            <a:noAutofit/>
          </a:bodyPr>
          <a:lstStyle/>
          <a:p>
            <a:pPr algn="l">
              <a:lnSpc>
                <a:spcPct val="105000"/>
              </a:lnSpc>
              <a:buNone/>
              <a:defRPr sz="1650" b="0">
                <a:solidFill>
                  <a:srgbClr val="BAC7D8"/>
                </a:solidFill>
                <a:latin typeface="PingFang SC" panose="020B0400000000000000" charset="-122"/>
                <a:ea typeface="PingFang SC" panose="020B0400000000000000" charset="-122"/>
                <a:cs typeface="PingFang SC" panose="020B0400000000000000" charset="-122"/>
              </a:defRPr>
            </a:pPr>
            <a:r>
              <a:rPr sz="1650" b="0">
                <a:solidFill>
                  <a:srgbClr val="BAC7D8"/>
                </a:solidFill>
                <a:latin typeface="PingFang SC" panose="020B0400000000000000" charset="-122"/>
                <a:ea typeface="PingFang SC" panose="020B0400000000000000" charset="-122"/>
                <a:cs typeface="PingFang SC" panose="020B0400000000000000" charset="-122"/>
              </a:rPr>
              <a:t>规上企业决策人与业务负责人</a:t>
            </a:r>
            <a:endParaRPr sz="1350" b="1">
              <a:solidFill>
                <a:srgbClr val="AEB8C7"/>
              </a:solidFill>
              <a:latin typeface="PingFang SC" panose="020B0400000000000000" charset="-122"/>
              <a:ea typeface="PingFang SC" panose="020B0400000000000000" charset="-122"/>
              <a:cs typeface="PingFang SC" panose="020B0400000000000000" charset="-122"/>
            </a:endParaRPr>
          </a:p>
        </p:txBody>
      </p:sp>
      <p:sp>
        <p:nvSpPr>
          <p:cNvPr id="33" name="三城数据分隔3"/>
          <p:cNvSpPr>
            <a:spLocks noGrp="1"/>
          </p:cNvSpPr>
          <p:nvPr/>
        </p:nvSpPr>
        <p:spPr>
          <a:xfrm>
            <a:off x="10748010" y="4495800"/>
            <a:ext cx="0" cy="2362200"/>
          </a:xfrm>
          <a:prstGeom prst="line">
            <a:avLst/>
          </a:prstGeom>
          <a:noFill/>
          <a:ln w="9525">
            <a:solidFill>
              <a:srgbClr val="7D8BA0">
                <a:alpha val="45000"/>
              </a:srgbClr>
            </a:solidFill>
            <a:prstDash val="solid"/>
          </a:ln>
        </p:spPr>
      </p:sp>
      <p:sp>
        <p:nvSpPr>
          <p:cNvPr id="34" name="三城数据强调4"/>
          <p:cNvSpPr>
            <a:spLocks noGrp="1"/>
          </p:cNvSpPr>
          <p:nvPr/>
        </p:nvSpPr>
        <p:spPr>
          <a:xfrm>
            <a:off x="10748010" y="4495800"/>
            <a:ext cx="3208020" cy="38100"/>
          </a:xfrm>
          <a:prstGeom prst="rect">
            <a:avLst/>
          </a:prstGeom>
          <a:solidFill>
            <a:srgbClr val="FF782E"/>
          </a:solidFill>
          <a:ln w="0">
            <a:noFill/>
            <a:prstDash val="solid"/>
          </a:ln>
        </p:spPr>
      </p:sp>
      <p:sp>
        <p:nvSpPr>
          <p:cNvPr id="35" name="三城数据值4"/>
          <p:cNvSpPr>
            <a:spLocks noGrp="1"/>
          </p:cNvSpPr>
          <p:nvPr/>
        </p:nvSpPr>
        <p:spPr>
          <a:xfrm>
            <a:off x="11014710" y="4714875"/>
            <a:ext cx="2752725" cy="762000"/>
          </a:xfrm>
          <a:prstGeom prst="rect">
            <a:avLst/>
          </a:prstGeom>
          <a:noFill/>
          <a:ln w="0">
            <a:noFill/>
            <a:prstDash val="solid"/>
          </a:ln>
        </p:spPr>
        <p:txBody>
          <a:bodyPr wrap="none" lIns="0" tIns="0" rIns="0" bIns="0" anchor="ctr">
            <a:noAutofit/>
          </a:bodyPr>
          <a:lstStyle/>
          <a:p>
            <a:pPr algn="l">
              <a:lnSpc>
                <a:spcPct val="105000"/>
              </a:lnSpc>
              <a:buNone/>
              <a:defRPr sz="4500" b="1">
                <a:solidFill>
                  <a:srgbClr val="FFD425"/>
                </a:solidFill>
                <a:latin typeface="PingFang SC" panose="020B0400000000000000" charset="-122"/>
                <a:ea typeface="PingFang SC" panose="020B0400000000000000" charset="-122"/>
                <a:cs typeface="PingFang SC" panose="020B0400000000000000" charset="-122"/>
              </a:defRPr>
            </a:pPr>
            <a:r>
              <a:rPr sz="4500" b="1">
                <a:solidFill>
                  <a:srgbClr val="FFD425"/>
                </a:solidFill>
                <a:latin typeface="PingFang SC" panose="020B0400000000000000" charset="-122"/>
                <a:ea typeface="PingFang SC" panose="020B0400000000000000" charset="-122"/>
                <a:cs typeface="PingFang SC" panose="020B0400000000000000" charset="-122"/>
              </a:rPr>
              <a:t>1 对 1</a:t>
            </a:r>
            <a:endParaRPr sz="3975" b="1">
              <a:solidFill>
                <a:srgbClr val="FFD425"/>
              </a:solidFill>
              <a:latin typeface="Arial" panose="020B0604020202090204"/>
              <a:ea typeface="Arial" panose="020B0604020202090204"/>
              <a:cs typeface="Arial" panose="020B0604020202090204"/>
            </a:endParaRPr>
          </a:p>
        </p:txBody>
      </p:sp>
      <p:sp>
        <p:nvSpPr>
          <p:cNvPr id="37" name="三城数据标签4"/>
          <p:cNvSpPr>
            <a:spLocks noGrp="1"/>
          </p:cNvSpPr>
          <p:nvPr/>
        </p:nvSpPr>
        <p:spPr>
          <a:xfrm>
            <a:off x="11014710" y="5581650"/>
            <a:ext cx="2752725" cy="409575"/>
          </a:xfrm>
          <a:prstGeom prst="rect">
            <a:avLst/>
          </a:prstGeom>
          <a:noFill/>
          <a:ln w="0">
            <a:noFill/>
            <a:prstDash val="solid"/>
          </a:ln>
        </p:spPr>
        <p:txBody>
          <a:bodyPr wrap="none" lIns="0" tIns="0" rIns="0" bIns="0" anchor="ctr">
            <a:noAutofit/>
          </a:bodyPr>
          <a:lstStyle/>
          <a:p>
            <a:pPr algn="l">
              <a:lnSpc>
                <a:spcPct val="105000"/>
              </a:lnSpc>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企业与 FDE 现场匹配</a:t>
            </a:r>
            <a:endParaRPr sz="18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38" name="三城数据说明4"/>
          <p:cNvSpPr>
            <a:spLocks noGrp="1"/>
          </p:cNvSpPr>
          <p:nvPr/>
        </p:nvSpPr>
        <p:spPr>
          <a:xfrm>
            <a:off x="11014710" y="6143625"/>
            <a:ext cx="2752725" cy="476250"/>
          </a:xfrm>
          <a:prstGeom prst="rect">
            <a:avLst/>
          </a:prstGeom>
          <a:noFill/>
          <a:ln w="0">
            <a:noFill/>
            <a:prstDash val="solid"/>
          </a:ln>
        </p:spPr>
        <p:txBody>
          <a:bodyPr wrap="square" lIns="0" tIns="0" rIns="0" bIns="0" anchor="ctr">
            <a:noAutofit/>
          </a:bodyPr>
          <a:lstStyle/>
          <a:p>
            <a:pPr algn="l">
              <a:lnSpc>
                <a:spcPct val="105000"/>
              </a:lnSpc>
              <a:buNone/>
              <a:defRPr sz="1650" b="0">
                <a:solidFill>
                  <a:srgbClr val="BAC7D8"/>
                </a:solidFill>
                <a:latin typeface="PingFang SC" panose="020B0400000000000000" charset="-122"/>
                <a:ea typeface="PingFang SC" panose="020B0400000000000000" charset="-122"/>
                <a:cs typeface="PingFang SC" panose="020B0400000000000000" charset="-122"/>
              </a:defRPr>
            </a:pPr>
            <a:r>
              <a:rPr sz="1650" b="0">
                <a:solidFill>
                  <a:srgbClr val="BAC7D8"/>
                </a:solidFill>
                <a:latin typeface="PingFang SC" panose="020B0400000000000000" charset="-122"/>
                <a:ea typeface="PingFang SC" panose="020B0400000000000000" charset="-122"/>
                <a:cs typeface="PingFang SC" panose="020B0400000000000000" charset="-122"/>
              </a:rPr>
              <a:t>共同判断 AI 落地方向</a:t>
            </a:r>
            <a:endParaRPr sz="1350" b="1">
              <a:solidFill>
                <a:srgbClr val="AEB8C7"/>
              </a:solidFill>
              <a:latin typeface="PingFang SC" panose="020B0400000000000000" charset="-122"/>
              <a:ea typeface="PingFang SC" panose="020B0400000000000000" charset="-122"/>
              <a:cs typeface="PingFang SC" panose="020B0400000000000000" charset="-122"/>
            </a:endParaRPr>
          </a:p>
        </p:txBody>
      </p:sp>
      <p:sp>
        <p:nvSpPr>
          <p:cNvPr id="39" name="三城数据分隔4"/>
          <p:cNvSpPr>
            <a:spLocks noGrp="1"/>
          </p:cNvSpPr>
          <p:nvPr/>
        </p:nvSpPr>
        <p:spPr>
          <a:xfrm>
            <a:off x="13956030" y="4495800"/>
            <a:ext cx="0" cy="2362200"/>
          </a:xfrm>
          <a:prstGeom prst="line">
            <a:avLst/>
          </a:prstGeom>
          <a:noFill/>
          <a:ln w="9525">
            <a:solidFill>
              <a:srgbClr val="7D8BA0">
                <a:alpha val="45000"/>
              </a:srgbClr>
            </a:solidFill>
            <a:prstDash val="solid"/>
          </a:ln>
        </p:spPr>
      </p:sp>
      <p:sp>
        <p:nvSpPr>
          <p:cNvPr id="40" name="三城数据强调5"/>
          <p:cNvSpPr>
            <a:spLocks noGrp="1"/>
          </p:cNvSpPr>
          <p:nvPr/>
        </p:nvSpPr>
        <p:spPr>
          <a:xfrm>
            <a:off x="13956030" y="4495800"/>
            <a:ext cx="3208020" cy="38100"/>
          </a:xfrm>
          <a:prstGeom prst="rect">
            <a:avLst/>
          </a:prstGeom>
          <a:solidFill>
            <a:srgbClr val="FFD425"/>
          </a:solidFill>
          <a:ln w="0">
            <a:noFill/>
            <a:prstDash val="solid"/>
          </a:ln>
        </p:spPr>
      </p:sp>
      <p:sp>
        <p:nvSpPr>
          <p:cNvPr id="41" name="三城数据值5"/>
          <p:cNvSpPr>
            <a:spLocks noGrp="1"/>
          </p:cNvSpPr>
          <p:nvPr/>
        </p:nvSpPr>
        <p:spPr>
          <a:xfrm>
            <a:off x="14222730" y="4714875"/>
            <a:ext cx="2752725" cy="762000"/>
          </a:xfrm>
          <a:prstGeom prst="rect">
            <a:avLst/>
          </a:prstGeom>
          <a:noFill/>
          <a:ln w="0">
            <a:noFill/>
            <a:prstDash val="solid"/>
          </a:ln>
        </p:spPr>
        <p:txBody>
          <a:bodyPr wrap="none" lIns="0" tIns="0" rIns="0" bIns="0" anchor="ctr">
            <a:noAutofit/>
          </a:bodyPr>
          <a:lstStyle/>
          <a:p>
            <a:pPr algn="l">
              <a:lnSpc>
                <a:spcPct val="105000"/>
              </a:lnSpc>
              <a:buNone/>
              <a:defRPr sz="4500" b="1">
                <a:solidFill>
                  <a:srgbClr val="FFD425"/>
                </a:solidFill>
                <a:latin typeface="PingFang SC" panose="020B0400000000000000" charset="-122"/>
                <a:ea typeface="PingFang SC" panose="020B0400000000000000" charset="-122"/>
                <a:cs typeface="PingFang SC" panose="020B0400000000000000" charset="-122"/>
              </a:defRPr>
            </a:pPr>
            <a:r>
              <a:rPr sz="4500" b="1">
                <a:solidFill>
                  <a:srgbClr val="FFD425"/>
                </a:solidFill>
                <a:latin typeface="PingFang SC" panose="020B0400000000000000" charset="-122"/>
                <a:ea typeface="PingFang SC" panose="020B0400000000000000" charset="-122"/>
                <a:cs typeface="PingFang SC" panose="020B0400000000000000" charset="-122"/>
              </a:rPr>
              <a:t>超80%</a:t>
            </a:r>
            <a:endParaRPr sz="3975" b="1">
              <a:solidFill>
                <a:srgbClr val="FFD425"/>
              </a:solidFill>
              <a:latin typeface="Arial" panose="020B0604020202090204"/>
              <a:ea typeface="Arial" panose="020B0604020202090204"/>
              <a:cs typeface="Arial" panose="020B0604020202090204"/>
            </a:endParaRPr>
          </a:p>
        </p:txBody>
      </p:sp>
      <p:sp>
        <p:nvSpPr>
          <p:cNvPr id="43" name="三城数据标签5"/>
          <p:cNvSpPr>
            <a:spLocks noGrp="1"/>
          </p:cNvSpPr>
          <p:nvPr/>
        </p:nvSpPr>
        <p:spPr>
          <a:xfrm>
            <a:off x="14222730" y="5581650"/>
            <a:ext cx="2752725" cy="409575"/>
          </a:xfrm>
          <a:prstGeom prst="rect">
            <a:avLst/>
          </a:prstGeom>
          <a:noFill/>
          <a:ln w="0">
            <a:noFill/>
            <a:prstDash val="solid"/>
          </a:ln>
        </p:spPr>
        <p:txBody>
          <a:bodyPr wrap="none" lIns="0" tIns="0" rIns="0" bIns="0" anchor="ctr">
            <a:noAutofit/>
          </a:bodyPr>
          <a:lstStyle/>
          <a:p>
            <a:pPr algn="l">
              <a:lnSpc>
                <a:spcPct val="105000"/>
              </a:lnSpc>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后续推进意向</a:t>
            </a:r>
            <a:endParaRPr sz="18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44" name="三城数据说明5"/>
          <p:cNvSpPr>
            <a:spLocks noGrp="1"/>
          </p:cNvSpPr>
          <p:nvPr/>
        </p:nvSpPr>
        <p:spPr>
          <a:xfrm>
            <a:off x="14222730" y="6143625"/>
            <a:ext cx="2752725" cy="476250"/>
          </a:xfrm>
          <a:prstGeom prst="rect">
            <a:avLst/>
          </a:prstGeom>
          <a:noFill/>
          <a:ln w="0">
            <a:noFill/>
            <a:prstDash val="solid"/>
          </a:ln>
        </p:spPr>
        <p:txBody>
          <a:bodyPr wrap="square" lIns="0" tIns="0" rIns="0" bIns="0" anchor="ctr">
            <a:noAutofit/>
          </a:bodyPr>
          <a:lstStyle/>
          <a:p>
            <a:pPr algn="l">
              <a:lnSpc>
                <a:spcPct val="105000"/>
              </a:lnSpc>
              <a:buNone/>
              <a:defRPr sz="1650" b="0">
                <a:solidFill>
                  <a:srgbClr val="BAC7D8"/>
                </a:solidFill>
                <a:latin typeface="PingFang SC" panose="020B0400000000000000" charset="-122"/>
                <a:ea typeface="PingFang SC" panose="020B0400000000000000" charset="-122"/>
                <a:cs typeface="PingFang SC" panose="020B0400000000000000" charset="-122"/>
              </a:defRPr>
            </a:pPr>
            <a:r>
              <a:rPr sz="1650" b="0">
                <a:solidFill>
                  <a:srgbClr val="BAC7D8"/>
                </a:solidFill>
                <a:latin typeface="PingFang SC" panose="020B0400000000000000" charset="-122"/>
                <a:ea typeface="PingFang SC" panose="020B0400000000000000" charset="-122"/>
                <a:cs typeface="PingFang SC" panose="020B0400000000000000" charset="-122"/>
              </a:rPr>
              <a:t>参会企业表达后续推进意愿</a:t>
            </a:r>
            <a:endParaRPr sz="1350" b="1">
              <a:solidFill>
                <a:srgbClr val="AEB8C7"/>
              </a:solidFill>
              <a:latin typeface="PingFang SC" panose="020B0400000000000000" charset="-122"/>
              <a:ea typeface="PingFang SC" panose="020B0400000000000000" charset="-122"/>
              <a:cs typeface="PingFang SC" panose="020B0400000000000000" charset="-122"/>
            </a:endParaRPr>
          </a:p>
        </p:txBody>
      </p:sp>
      <p:sp>
        <p:nvSpPr>
          <p:cNvPr id="45" name="三城成果去向1-底"/>
          <p:cNvSpPr>
            <a:spLocks noGrp="1"/>
          </p:cNvSpPr>
          <p:nvPr/>
        </p:nvSpPr>
        <p:spPr>
          <a:xfrm>
            <a:off x="1123950" y="7105650"/>
            <a:ext cx="5219700" cy="1143000"/>
          </a:xfrm>
          <a:prstGeom prst="rect">
            <a:avLst/>
          </a:prstGeom>
          <a:solidFill>
            <a:srgbClr val="0B1735">
              <a:alpha val="92000"/>
            </a:srgbClr>
          </a:solidFill>
          <a:ln w="9525">
            <a:solidFill>
              <a:srgbClr val="7B899E">
                <a:alpha val="55000"/>
              </a:srgbClr>
            </a:solidFill>
            <a:prstDash val="solid"/>
          </a:ln>
        </p:spPr>
      </p:sp>
      <p:sp>
        <p:nvSpPr>
          <p:cNvPr id="46" name="三城成果去向1-线"/>
          <p:cNvSpPr>
            <a:spLocks noGrp="1"/>
          </p:cNvSpPr>
          <p:nvPr/>
        </p:nvSpPr>
        <p:spPr>
          <a:xfrm>
            <a:off x="1390650" y="7105650"/>
            <a:ext cx="4953000" cy="38100"/>
          </a:xfrm>
          <a:prstGeom prst="rect">
            <a:avLst/>
          </a:prstGeom>
          <a:solidFill>
            <a:srgbClr val="2E5BFF"/>
          </a:solidFill>
          <a:ln w="0">
            <a:noFill/>
            <a:prstDash val="solid"/>
          </a:ln>
        </p:spPr>
      </p:sp>
      <p:sp>
        <p:nvSpPr>
          <p:cNvPr id="47" name="三城成果去向1-标题"/>
          <p:cNvSpPr>
            <a:spLocks noGrp="1"/>
          </p:cNvSpPr>
          <p:nvPr/>
        </p:nvSpPr>
        <p:spPr>
          <a:xfrm>
            <a:off x="1409700" y="7267575"/>
            <a:ext cx="4648200" cy="400050"/>
          </a:xfrm>
          <a:prstGeom prst="rect">
            <a:avLst/>
          </a:prstGeom>
          <a:noFill/>
          <a:ln w="0">
            <a:noFill/>
            <a:prstDash val="solid"/>
          </a:ln>
        </p:spPr>
        <p:txBody>
          <a:bodyPr wrap="none" lIns="0" tIns="0" rIns="0" bIns="0" anchor="ctr">
            <a:noAutofit/>
          </a:bodyPr>
          <a:lstStyle/>
          <a:p>
            <a:pPr algn="l">
              <a:lnSpc>
                <a:spcPct val="105000"/>
              </a:lnSpc>
              <a:buNone/>
              <a:defRPr sz="2250" b="1">
                <a:solidFill>
                  <a:srgbClr val="FFFFFF"/>
                </a:solidFill>
                <a:latin typeface="PingFang SC" panose="020B0400000000000000" charset="-122"/>
                <a:ea typeface="PingFang SC" panose="020B0400000000000000" charset="-122"/>
                <a:cs typeface="PingFang SC" panose="020B0400000000000000" charset="-122"/>
              </a:defRPr>
            </a:pPr>
            <a:r>
              <a:rPr sz="2250" b="1">
                <a:solidFill>
                  <a:srgbClr val="FFFFFF"/>
                </a:solidFill>
                <a:latin typeface="PingFang SC" panose="020B0400000000000000" charset="-122"/>
                <a:ea typeface="PingFang SC" panose="020B0400000000000000" charset="-122"/>
                <a:cs typeface="PingFang SC" panose="020B0400000000000000" charset="-122"/>
              </a:rPr>
              <a:t>FDE 100 案例</a:t>
            </a:r>
            <a:endParaRPr sz="16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48" name="三城成果去向1-说明"/>
          <p:cNvSpPr>
            <a:spLocks noGrp="1"/>
          </p:cNvSpPr>
          <p:nvPr/>
        </p:nvSpPr>
        <p:spPr>
          <a:xfrm>
            <a:off x="1409700" y="7791450"/>
            <a:ext cx="4648200" cy="314325"/>
          </a:xfrm>
          <a:prstGeom prst="rect">
            <a:avLst/>
          </a:prstGeom>
          <a:noFill/>
          <a:ln w="0">
            <a:noFill/>
            <a:prstDash val="solid"/>
          </a:ln>
        </p:spPr>
        <p:txBody>
          <a:bodyPr wrap="none" lIns="0" tIns="0" rIns="0" bIns="0" anchor="ctr">
            <a:noAutofit/>
          </a:bodyPr>
          <a:lstStyle/>
          <a:p>
            <a:pPr algn="l">
              <a:lnSpc>
                <a:spcPct val="105000"/>
              </a:lnSpc>
              <a:buNone/>
              <a:defRPr sz="1950" b="0">
                <a:solidFill>
                  <a:srgbClr val="D6E0F0"/>
                </a:solidFill>
                <a:latin typeface="PingFang SC" panose="020B0400000000000000" charset="-122"/>
                <a:ea typeface="PingFang SC" panose="020B0400000000000000" charset="-122"/>
                <a:cs typeface="PingFang SC" panose="020B0400000000000000" charset="-122"/>
              </a:defRPr>
            </a:pPr>
            <a:r>
              <a:rPr sz="1950" b="0">
                <a:solidFill>
                  <a:srgbClr val="D6E0F0"/>
                </a:solidFill>
                <a:latin typeface="PingFang SC" panose="020B0400000000000000" charset="-122"/>
                <a:ea typeface="PingFang SC" panose="020B0400000000000000" charset="-122"/>
                <a:cs typeface="PingFang SC" panose="020B0400000000000000" charset="-122"/>
              </a:rPr>
              <a:t>为企业提供可借鉴的落地路径</a:t>
            </a:r>
            <a:endParaRPr sz="1350" b="1">
              <a:solidFill>
                <a:srgbClr val="D6DDEA"/>
              </a:solidFill>
              <a:latin typeface="PingFang SC" panose="020B0400000000000000" charset="-122"/>
              <a:ea typeface="PingFang SC" panose="020B0400000000000000" charset="-122"/>
              <a:cs typeface="PingFang SC" panose="020B0400000000000000" charset="-122"/>
            </a:endParaRPr>
          </a:p>
        </p:txBody>
      </p:sp>
      <p:sp>
        <p:nvSpPr>
          <p:cNvPr id="49" name="三城成果去向2-底"/>
          <p:cNvSpPr>
            <a:spLocks noGrp="1"/>
          </p:cNvSpPr>
          <p:nvPr/>
        </p:nvSpPr>
        <p:spPr>
          <a:xfrm>
            <a:off x="6534150" y="7105650"/>
            <a:ext cx="5219700" cy="1143000"/>
          </a:xfrm>
          <a:prstGeom prst="rect">
            <a:avLst/>
          </a:prstGeom>
          <a:solidFill>
            <a:srgbClr val="0B1735">
              <a:alpha val="92000"/>
            </a:srgbClr>
          </a:solidFill>
          <a:ln w="9525">
            <a:solidFill>
              <a:srgbClr val="7B899E">
                <a:alpha val="55000"/>
              </a:srgbClr>
            </a:solidFill>
            <a:prstDash val="solid"/>
          </a:ln>
        </p:spPr>
      </p:sp>
      <p:sp>
        <p:nvSpPr>
          <p:cNvPr id="50" name="三城成果去向2-线"/>
          <p:cNvSpPr>
            <a:spLocks noGrp="1"/>
          </p:cNvSpPr>
          <p:nvPr/>
        </p:nvSpPr>
        <p:spPr>
          <a:xfrm>
            <a:off x="6800850" y="7105650"/>
            <a:ext cx="4953000" cy="38100"/>
          </a:xfrm>
          <a:prstGeom prst="rect">
            <a:avLst/>
          </a:prstGeom>
          <a:solidFill>
            <a:srgbClr val="A8E92D"/>
          </a:solidFill>
          <a:ln w="0">
            <a:noFill/>
            <a:prstDash val="solid"/>
          </a:ln>
        </p:spPr>
      </p:sp>
      <p:sp>
        <p:nvSpPr>
          <p:cNvPr id="51" name="三城成果去向2-标题"/>
          <p:cNvSpPr>
            <a:spLocks noGrp="1"/>
          </p:cNvSpPr>
          <p:nvPr/>
        </p:nvSpPr>
        <p:spPr>
          <a:xfrm>
            <a:off x="6819900" y="7267575"/>
            <a:ext cx="4648200" cy="400050"/>
          </a:xfrm>
          <a:prstGeom prst="rect">
            <a:avLst/>
          </a:prstGeom>
          <a:noFill/>
          <a:ln w="0">
            <a:noFill/>
            <a:prstDash val="solid"/>
          </a:ln>
        </p:spPr>
        <p:txBody>
          <a:bodyPr wrap="none" lIns="0" tIns="0" rIns="0" bIns="0" anchor="ctr">
            <a:noAutofit/>
          </a:bodyPr>
          <a:lstStyle/>
          <a:p>
            <a:pPr algn="l">
              <a:lnSpc>
                <a:spcPct val="105000"/>
              </a:lnSpc>
              <a:buNone/>
              <a:defRPr sz="2250" b="1">
                <a:solidFill>
                  <a:srgbClr val="FFFFFF"/>
                </a:solidFill>
                <a:latin typeface="PingFang SC" panose="020B0400000000000000" charset="-122"/>
                <a:ea typeface="PingFang SC" panose="020B0400000000000000" charset="-122"/>
                <a:cs typeface="PingFang SC" panose="020B0400000000000000" charset="-122"/>
              </a:defRPr>
            </a:pPr>
            <a:r>
              <a:rPr sz="2250" b="1">
                <a:solidFill>
                  <a:srgbClr val="FFFFFF"/>
                </a:solidFill>
                <a:latin typeface="PingFang SC" panose="020B0400000000000000" charset="-122"/>
                <a:ea typeface="PingFang SC" panose="020B0400000000000000" charset="-122"/>
                <a:cs typeface="PingFang SC" panose="020B0400000000000000" charset="-122"/>
              </a:rPr>
              <a:t>FDE 100 先锋人物</a:t>
            </a:r>
            <a:endParaRPr sz="16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2" name="三城成果去向2-说明"/>
          <p:cNvSpPr>
            <a:spLocks noGrp="1"/>
          </p:cNvSpPr>
          <p:nvPr/>
        </p:nvSpPr>
        <p:spPr>
          <a:xfrm>
            <a:off x="6819900" y="7791450"/>
            <a:ext cx="4648200" cy="314325"/>
          </a:xfrm>
          <a:prstGeom prst="rect">
            <a:avLst/>
          </a:prstGeom>
          <a:noFill/>
          <a:ln w="0">
            <a:noFill/>
            <a:prstDash val="solid"/>
          </a:ln>
        </p:spPr>
        <p:txBody>
          <a:bodyPr wrap="none" lIns="0" tIns="0" rIns="0" bIns="0" anchor="ctr">
            <a:noAutofit/>
          </a:bodyPr>
          <a:lstStyle/>
          <a:p>
            <a:pPr algn="l">
              <a:lnSpc>
                <a:spcPct val="105000"/>
              </a:lnSpc>
              <a:buNone/>
              <a:defRPr sz="1950" b="0">
                <a:solidFill>
                  <a:srgbClr val="D6E0F0"/>
                </a:solidFill>
                <a:latin typeface="PingFang SC" panose="020B0400000000000000" charset="-122"/>
                <a:ea typeface="PingFang SC" panose="020B0400000000000000" charset="-122"/>
                <a:cs typeface="PingFang SC" panose="020B0400000000000000" charset="-122"/>
              </a:defRPr>
            </a:pPr>
            <a:r>
              <a:rPr sz="1950" b="0">
                <a:solidFill>
                  <a:srgbClr val="D6E0F0"/>
                </a:solidFill>
                <a:latin typeface="PingFang SC" panose="020B0400000000000000" charset="-122"/>
                <a:ea typeface="PingFang SC" panose="020B0400000000000000" charset="-122"/>
                <a:cs typeface="PingFang SC" panose="020B0400000000000000" charset="-122"/>
              </a:rPr>
              <a:t>让企业找到有交付实绩的 FDE</a:t>
            </a:r>
            <a:endParaRPr sz="1350" b="1">
              <a:solidFill>
                <a:srgbClr val="D6DDEA"/>
              </a:solidFill>
              <a:latin typeface="PingFang SC" panose="020B0400000000000000" charset="-122"/>
              <a:ea typeface="PingFang SC" panose="020B0400000000000000" charset="-122"/>
              <a:cs typeface="PingFang SC" panose="020B0400000000000000" charset="-122"/>
            </a:endParaRPr>
          </a:p>
        </p:txBody>
      </p:sp>
      <p:sp>
        <p:nvSpPr>
          <p:cNvPr id="53" name="三城成果去向3-底"/>
          <p:cNvSpPr>
            <a:spLocks noGrp="1"/>
          </p:cNvSpPr>
          <p:nvPr/>
        </p:nvSpPr>
        <p:spPr>
          <a:xfrm>
            <a:off x="11944350" y="7105650"/>
            <a:ext cx="5219700" cy="1143000"/>
          </a:xfrm>
          <a:prstGeom prst="rect">
            <a:avLst/>
          </a:prstGeom>
          <a:solidFill>
            <a:srgbClr val="0B1735">
              <a:alpha val="92000"/>
            </a:srgbClr>
          </a:solidFill>
          <a:ln w="9525">
            <a:solidFill>
              <a:srgbClr val="7B899E">
                <a:alpha val="55000"/>
              </a:srgbClr>
            </a:solidFill>
            <a:prstDash val="solid"/>
          </a:ln>
        </p:spPr>
      </p:sp>
      <p:sp>
        <p:nvSpPr>
          <p:cNvPr id="54" name="三城成果去向3-线"/>
          <p:cNvSpPr>
            <a:spLocks noGrp="1"/>
          </p:cNvSpPr>
          <p:nvPr/>
        </p:nvSpPr>
        <p:spPr>
          <a:xfrm>
            <a:off x="12211050" y="7105650"/>
            <a:ext cx="4953000" cy="38100"/>
          </a:xfrm>
          <a:prstGeom prst="rect">
            <a:avLst/>
          </a:prstGeom>
          <a:solidFill>
            <a:srgbClr val="FF782E"/>
          </a:solidFill>
          <a:ln w="0">
            <a:noFill/>
            <a:prstDash val="solid"/>
          </a:ln>
        </p:spPr>
      </p:sp>
      <p:sp>
        <p:nvSpPr>
          <p:cNvPr id="55" name="三城成果去向3-标题"/>
          <p:cNvSpPr>
            <a:spLocks noGrp="1"/>
          </p:cNvSpPr>
          <p:nvPr/>
        </p:nvSpPr>
        <p:spPr>
          <a:xfrm>
            <a:off x="12230100" y="7267575"/>
            <a:ext cx="4648200" cy="400050"/>
          </a:xfrm>
          <a:prstGeom prst="rect">
            <a:avLst/>
          </a:prstGeom>
          <a:noFill/>
          <a:ln w="0">
            <a:noFill/>
            <a:prstDash val="solid"/>
          </a:ln>
        </p:spPr>
        <p:txBody>
          <a:bodyPr wrap="none" lIns="0" tIns="0" rIns="0" bIns="0" anchor="ctr">
            <a:noAutofit/>
          </a:bodyPr>
          <a:lstStyle/>
          <a:p>
            <a:pPr algn="l">
              <a:lnSpc>
                <a:spcPct val="105000"/>
              </a:lnSpc>
              <a:buNone/>
              <a:defRPr sz="2250" b="1">
                <a:solidFill>
                  <a:srgbClr val="FFFFFF"/>
                </a:solidFill>
                <a:latin typeface="PingFang SC" panose="020B0400000000000000" charset="-122"/>
                <a:ea typeface="PingFang SC" panose="020B0400000000000000" charset="-122"/>
                <a:cs typeface="PingFang SC" panose="020B0400000000000000" charset="-122"/>
              </a:defRPr>
            </a:pPr>
            <a:r>
              <a:rPr sz="2250" b="1">
                <a:solidFill>
                  <a:srgbClr val="FFFFFF"/>
                </a:solidFill>
                <a:latin typeface="PingFang SC" panose="020B0400000000000000" charset="-122"/>
                <a:ea typeface="PingFang SC" panose="020B0400000000000000" charset="-122"/>
                <a:cs typeface="PingFang SC" panose="020B0400000000000000" charset="-122"/>
              </a:rPr>
              <a:t>FDE 精选课程</a:t>
            </a:r>
            <a:endParaRPr sz="16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6" name="三城成果去向3-说明"/>
          <p:cNvSpPr>
            <a:spLocks noGrp="1"/>
          </p:cNvSpPr>
          <p:nvPr/>
        </p:nvSpPr>
        <p:spPr>
          <a:xfrm>
            <a:off x="12230100" y="7791450"/>
            <a:ext cx="4648200" cy="314325"/>
          </a:xfrm>
          <a:prstGeom prst="rect">
            <a:avLst/>
          </a:prstGeom>
          <a:noFill/>
          <a:ln w="0">
            <a:noFill/>
            <a:prstDash val="solid"/>
          </a:ln>
        </p:spPr>
        <p:txBody>
          <a:bodyPr wrap="none" lIns="0" tIns="0" rIns="0" bIns="0" anchor="ctr">
            <a:noAutofit/>
          </a:bodyPr>
          <a:lstStyle/>
          <a:p>
            <a:pPr algn="l">
              <a:lnSpc>
                <a:spcPct val="105000"/>
              </a:lnSpc>
              <a:buNone/>
              <a:defRPr sz="1950" b="0">
                <a:solidFill>
                  <a:srgbClr val="D6E0F0"/>
                </a:solidFill>
                <a:latin typeface="PingFang SC" panose="020B0400000000000000" charset="-122"/>
                <a:ea typeface="PingFang SC" panose="020B0400000000000000" charset="-122"/>
                <a:cs typeface="PingFang SC" panose="020B0400000000000000" charset="-122"/>
              </a:defRPr>
            </a:pPr>
            <a:r>
              <a:rPr sz="1950" b="0">
                <a:solidFill>
                  <a:srgbClr val="D6E0F0"/>
                </a:solidFill>
                <a:latin typeface="PingFang SC" panose="020B0400000000000000" charset="-122"/>
                <a:ea typeface="PingFang SC" panose="020B0400000000000000" charset="-122"/>
                <a:cs typeface="PingFang SC" panose="020B0400000000000000" charset="-122"/>
              </a:rPr>
              <a:t>让一线经验成为可复用的项目方法</a:t>
            </a:r>
            <a:endParaRPr sz="1350" b="1">
              <a:solidFill>
                <a:srgbClr val="D6DDEA"/>
              </a:solidFill>
              <a:latin typeface="PingFang SC" panose="020B0400000000000000" charset="-122"/>
              <a:ea typeface="PingFang SC" panose="020B0400000000000000" charset="-122"/>
              <a:cs typeface="PingFang SC" panose="020B0400000000000000" charset="-122"/>
            </a:endParaRPr>
          </a:p>
        </p:txBody>
      </p:sp>
      <p:sp>
        <p:nvSpPr>
          <p:cNvPr id="57" name="三城发布结论底"/>
          <p:cNvSpPr>
            <a:spLocks noGrp="1"/>
          </p:cNvSpPr>
          <p:nvPr/>
        </p:nvSpPr>
        <p:spPr>
          <a:xfrm>
            <a:off x="1123950" y="8401050"/>
            <a:ext cx="16040100" cy="914400"/>
          </a:xfrm>
          <a:prstGeom prst="rect">
            <a:avLst/>
          </a:prstGeom>
          <a:solidFill>
            <a:srgbClr val="FFD425"/>
          </a:solidFill>
          <a:ln w="0">
            <a:noFill/>
            <a:prstDash val="solid"/>
          </a:ln>
        </p:spPr>
      </p:sp>
      <p:sp>
        <p:nvSpPr>
          <p:cNvPr id="58" name="三城发布结论"/>
          <p:cNvSpPr>
            <a:spLocks noGrp="1"/>
          </p:cNvSpPr>
          <p:nvPr/>
        </p:nvSpPr>
        <p:spPr>
          <a:xfrm>
            <a:off x="2095500" y="8582025"/>
            <a:ext cx="14097000" cy="533400"/>
          </a:xfrm>
          <a:prstGeom prst="rect">
            <a:avLst/>
          </a:prstGeom>
          <a:noFill/>
          <a:ln w="0">
            <a:noFill/>
            <a:prstDash val="solid"/>
          </a:ln>
        </p:spPr>
        <p:txBody>
          <a:bodyPr wrap="none" lIns="0" tIns="0" rIns="0" bIns="0" anchor="ctr">
            <a:noAutofit/>
          </a:bodyPr>
          <a:lstStyle/>
          <a:p>
            <a:pPr algn="ctr">
              <a:lnSpc>
                <a:spcPct val="105000"/>
              </a:lnSpc>
              <a:buNone/>
              <a:defRPr sz="2850" b="1">
                <a:solidFill>
                  <a:srgbClr val="101721"/>
                </a:solidFill>
                <a:latin typeface="PingFang SC" panose="020B0400000000000000" charset="-122"/>
                <a:ea typeface="PingFang SC" panose="020B0400000000000000" charset="-122"/>
                <a:cs typeface="PingFang SC" panose="020B0400000000000000" charset="-122"/>
              </a:defRPr>
            </a:pPr>
            <a:r>
              <a:rPr sz="2850" b="1">
                <a:solidFill>
                  <a:srgbClr val="101721"/>
                </a:solidFill>
                <a:latin typeface="PingFang SC" panose="020B0400000000000000" charset="-122"/>
                <a:ea typeface="PingFang SC" panose="020B0400000000000000" charset="-122"/>
                <a:cs typeface="PingFang SC" panose="020B0400000000000000" charset="-122"/>
              </a:rPr>
              <a:t>让一次次现场对接，成为持续服务企业的能力</a:t>
            </a:r>
            <a:endParaRPr sz="2550"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59" name="footer-03 / 09-plate"/>
          <p:cNvSpPr>
            <a:spLocks noGrp="1"/>
          </p:cNvSpPr>
          <p:nvPr/>
        </p:nvSpPr>
        <p:spPr>
          <a:xfrm>
            <a:off x="1123950" y="9696450"/>
            <a:ext cx="16040100" cy="476250"/>
          </a:xfrm>
          <a:prstGeom prst="rect">
            <a:avLst/>
          </a:prstGeom>
          <a:solidFill>
            <a:srgbClr val="FFFFFF"/>
          </a:solidFill>
          <a:ln w="9525">
            <a:solidFill>
              <a:srgbClr val="FFFFFF">
                <a:alpha val="18000"/>
              </a:srgbClr>
            </a:solidFill>
            <a:prstDash val="solid"/>
          </a:ln>
        </p:spPr>
      </p:sp>
      <p:pic>
        <p:nvPicPr>
          <p:cNvPr id="123" name="footer-03 / 09-sjtu"/>
          <p:cNvPicPr>
            <a:picLocks noChangeAspect="1"/>
          </p:cNvPicPr>
          <p:nvPr/>
        </p:nvPicPr>
        <p:blipFill>
          <a:blip r:embed="rId4"/>
          <a:stretch>
            <a:fillRect/>
          </a:stretch>
        </p:blipFill>
        <p:spPr>
          <a:xfrm>
            <a:off x="1497627" y="9810750"/>
            <a:ext cx="1595796" cy="257175"/>
          </a:xfrm>
          <a:prstGeom prst="rect">
            <a:avLst/>
          </a:prstGeom>
        </p:spPr>
      </p:pic>
      <p:sp>
        <p:nvSpPr>
          <p:cNvPr id="61" name="footer-03 / 09-divider"/>
          <p:cNvSpPr>
            <a:spLocks noGrp="1"/>
          </p:cNvSpPr>
          <p:nvPr/>
        </p:nvSpPr>
        <p:spPr>
          <a:xfrm>
            <a:off x="3362325" y="9801225"/>
            <a:ext cx="0" cy="266700"/>
          </a:xfrm>
          <a:prstGeom prst="line">
            <a:avLst/>
          </a:prstGeom>
          <a:noFill/>
          <a:ln w="9525">
            <a:solidFill>
              <a:srgbClr val="CBD2DE"/>
            </a:solidFill>
            <a:prstDash val="solid"/>
          </a:ln>
        </p:spPr>
      </p:sp>
      <p:pic>
        <p:nvPicPr>
          <p:cNvPr id="125" name="footer-03 / 09-dw"/>
          <p:cNvPicPr>
            <a:picLocks noChangeAspect="1"/>
          </p:cNvPicPr>
          <p:nvPr/>
        </p:nvPicPr>
        <p:blipFill>
          <a:blip r:embed="rId5"/>
          <a:stretch>
            <a:fillRect/>
          </a:stretch>
        </p:blipFill>
        <p:spPr>
          <a:xfrm>
            <a:off x="3581400" y="9826745"/>
            <a:ext cx="1524000" cy="215660"/>
          </a:xfrm>
          <a:prstGeom prst="rect">
            <a:avLst/>
          </a:prstGeom>
        </p:spPr>
      </p:pic>
      <p:sp>
        <p:nvSpPr>
          <p:cNvPr id="63" name="footer-03 / 09-page"/>
          <p:cNvSpPr>
            <a:spLocks noGrp="1"/>
          </p:cNvSpPr>
          <p:nvPr/>
        </p:nvSpPr>
        <p:spPr>
          <a:xfrm>
            <a:off x="15830550" y="9839325"/>
            <a:ext cx="1047750" cy="19050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04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p:sp>
        <p:nvSpPr>
          <p:cNvPr id="53" name="案例页左侧深色区"/>
          <p:cNvSpPr>
            <a:spLocks noGrp="1"/>
          </p:cNvSpPr>
          <p:nvPr/>
        </p:nvSpPr>
        <p:spPr>
          <a:xfrm>
            <a:off x="0" y="0"/>
            <a:ext cx="6762750" cy="10287000"/>
          </a:xfrm>
          <a:prstGeom prst="rect">
            <a:avLst/>
          </a:prstGeom>
          <a:solidFill>
            <a:srgbClr val="111725"/>
          </a:solidFill>
          <a:ln w="0">
            <a:noFill/>
            <a:prstDash val="solid"/>
          </a:ln>
        </p:spPr>
      </p:sp>
      <p:sp>
        <p:nvSpPr>
          <p:cNvPr id="2" name="案例页左侧斜切装饰"/>
          <p:cNvSpPr>
            <a:spLocks noGrp="1"/>
          </p:cNvSpPr>
          <p:nvPr/>
        </p:nvSpPr>
        <p:spPr>
          <a:xfrm rot="1080000">
            <a:off x="5048250" y="666750"/>
            <a:ext cx="2952750" cy="8858250"/>
          </a:xfrm>
          <a:prstGeom prst="rect">
            <a:avLst/>
          </a:prstGeom>
          <a:solidFill>
            <a:srgbClr val="FFFFFF">
              <a:alpha val="3000"/>
            </a:srgbClr>
          </a:solidFill>
          <a:ln w="0">
            <a:noFill/>
            <a:prstDash val="solid"/>
          </a:ln>
        </p:spPr>
      </p:sp>
      <p:sp>
        <p:nvSpPr>
          <p:cNvPr id="3" name="案例页顶部蓝条"/>
          <p:cNvSpPr>
            <a:spLocks noGrp="1"/>
          </p:cNvSpPr>
          <p:nvPr/>
        </p:nvSpPr>
        <p:spPr>
          <a:xfrm>
            <a:off x="0" y="0"/>
            <a:ext cx="6762750" cy="381000"/>
          </a:xfrm>
          <a:prstGeom prst="rect">
            <a:avLst/>
          </a:prstGeom>
          <a:solidFill>
            <a:srgbClr val="2E5BFF"/>
          </a:solidFill>
          <a:ln w="0">
            <a:noFill/>
            <a:prstDash val="solid"/>
          </a:ln>
        </p:spPr>
      </p:sp>
      <p:sp>
        <p:nvSpPr>
          <p:cNvPr id="4" name="案例页顶部序号"/>
          <p:cNvSpPr>
            <a:spLocks noGrp="1"/>
          </p:cNvSpPr>
          <p:nvPr/>
        </p:nvSpPr>
        <p:spPr>
          <a:xfrm>
            <a:off x="1123950" y="85725"/>
            <a:ext cx="2952750" cy="209550"/>
          </a:xfrm>
          <a:prstGeom prst="rect">
            <a:avLst/>
          </a:prstGeom>
          <a:noFill/>
          <a:ln w="0">
            <a:noFill/>
            <a:prstDash val="solid"/>
          </a:ln>
        </p:spPr>
        <p:txBody>
          <a:bodyPr wrap="square" lIns="0" tIns="0" rIns="0" bIns="0" anchor="t">
            <a:normAutofit/>
          </a:bodyPr>
          <a:lstStyle/>
          <a:p>
            <a:pPr algn="l">
              <a:buNone/>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01 / 03  FDE 100 案例</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 name="案例页左侧标题"/>
          <p:cNvSpPr>
            <a:spLocks noGrp="1"/>
          </p:cNvSpPr>
          <p:nvPr/>
        </p:nvSpPr>
        <p:spPr>
          <a:xfrm>
            <a:off x="952500" y="869315"/>
            <a:ext cx="3333750" cy="428625"/>
          </a:xfrm>
          <a:prstGeom prst="rect">
            <a:avLst/>
          </a:prstGeom>
          <a:noFill/>
          <a:ln w="0">
            <a:noFill/>
            <a:prstDash val="solid"/>
          </a:ln>
        </p:spPr>
        <p:txBody>
          <a:bodyPr wrap="square" lIns="0" tIns="0" rIns="0" bIns="0" anchor="t">
            <a:normAutofit/>
          </a:bodyPr>
          <a:lstStyle/>
          <a:p>
            <a:pPr algn="l">
              <a:buNone/>
              <a:defRPr sz="2400" b="1">
                <a:solidFill>
                  <a:srgbClr val="FFFFFF"/>
                </a:solidFill>
                <a:latin typeface="PingFang SC" panose="020B0400000000000000" charset="-122"/>
                <a:ea typeface="PingFang SC" panose="020B0400000000000000" charset="-122"/>
                <a:cs typeface="PingFang SC" panose="020B0400000000000000" charset="-122"/>
              </a:defRPr>
            </a:pPr>
            <a:r>
              <a:rPr sz="2400" b="1">
                <a:solidFill>
                  <a:srgbClr val="FFFFFF"/>
                </a:solidFill>
                <a:latin typeface="PingFang SC" panose="020B0400000000000000" charset="-122"/>
                <a:ea typeface="PingFang SC" panose="020B0400000000000000" charset="-122"/>
                <a:cs typeface="PingFang SC" panose="020B0400000000000000" charset="-122"/>
              </a:rPr>
              <a:t>首批案例集</a:t>
            </a:r>
            <a:endParaRPr sz="24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 name="案例册绿色衬底"/>
          <p:cNvSpPr>
            <a:spLocks noGrp="1"/>
          </p:cNvSpPr>
          <p:nvPr/>
        </p:nvSpPr>
        <p:spPr>
          <a:xfrm rot="-198000">
            <a:off x="1809750" y="2019300"/>
            <a:ext cx="3476625" cy="4914900"/>
          </a:xfrm>
          <a:prstGeom prst="rect">
            <a:avLst/>
          </a:prstGeom>
          <a:solidFill>
            <a:srgbClr val="A8E92D"/>
          </a:solidFill>
          <a:ln w="0">
            <a:noFill/>
            <a:prstDash val="solid"/>
          </a:ln>
        </p:spPr>
      </p:sp>
      <p:pic>
        <p:nvPicPr>
          <p:cNvPr id="69" name="FDE案例100封面"/>
          <p:cNvPicPr>
            <a:picLocks noChangeAspect="1"/>
          </p:cNvPicPr>
          <p:nvPr/>
        </p:nvPicPr>
        <p:blipFill>
          <a:blip r:embed="rId1"/>
          <a:stretch>
            <a:fillRect/>
          </a:stretch>
        </p:blipFill>
        <p:spPr>
          <a:xfrm>
            <a:off x="1533829" y="1695450"/>
            <a:ext cx="3476017" cy="4914900"/>
          </a:xfrm>
          <a:prstGeom prst="rect">
            <a:avLst/>
          </a:prstGeom>
        </p:spPr>
      </p:pic>
      <p:sp>
        <p:nvSpPr>
          <p:cNvPr id="9" name="案例册期次标签底"/>
          <p:cNvSpPr>
            <a:spLocks noGrp="1"/>
          </p:cNvSpPr>
          <p:nvPr/>
        </p:nvSpPr>
        <p:spPr>
          <a:xfrm rot="-120000">
            <a:off x="1143000" y="7105650"/>
            <a:ext cx="1809750" cy="400050"/>
          </a:xfrm>
          <a:prstGeom prst="rect">
            <a:avLst/>
          </a:prstGeom>
          <a:solidFill>
            <a:srgbClr val="A8E92D"/>
          </a:solidFill>
          <a:ln w="0">
            <a:noFill/>
            <a:prstDash val="solid"/>
          </a:ln>
        </p:spPr>
      </p:sp>
      <p:sp>
        <p:nvSpPr>
          <p:cNvPr id="10" name="案例册期次标签"/>
          <p:cNvSpPr>
            <a:spLocks noGrp="1"/>
          </p:cNvSpPr>
          <p:nvPr/>
        </p:nvSpPr>
        <p:spPr>
          <a:xfrm rot="-120000">
            <a:off x="1295400" y="7181850"/>
            <a:ext cx="1524000" cy="238125"/>
          </a:xfrm>
          <a:prstGeom prst="rect">
            <a:avLst/>
          </a:prstGeom>
          <a:noFill/>
          <a:ln w="0">
            <a:noFill/>
            <a:prstDash val="solid"/>
          </a:ln>
        </p:spPr>
        <p:txBody>
          <a:bodyPr wrap="square" lIns="0" tIns="0" rIns="0" bIns="0" anchor="t">
            <a:normAutofit/>
          </a:bodyPr>
          <a:lstStyle/>
          <a:p>
            <a:pPr algn="ctr">
              <a:buNone/>
              <a:defRPr sz="1200" b="1">
                <a:solidFill>
                  <a:srgbClr val="070A10"/>
                </a:solidFill>
                <a:latin typeface="PingFang SC" panose="020B0400000000000000" charset="-122"/>
                <a:ea typeface="PingFang SC" panose="020B0400000000000000" charset="-122"/>
                <a:cs typeface="PingFang SC" panose="020B0400000000000000" charset="-122"/>
              </a:defRPr>
            </a:pPr>
            <a:r>
              <a:rPr sz="1200" b="1">
                <a:solidFill>
                  <a:srgbClr val="070A10"/>
                </a:solidFill>
                <a:latin typeface="PingFang SC" panose="020B0400000000000000" charset="-122"/>
                <a:ea typeface="PingFang SC" panose="020B0400000000000000" charset="-122"/>
                <a:cs typeface="PingFang SC" panose="020B0400000000000000" charset="-122"/>
              </a:rPr>
              <a:t>第一期 · 首批案例集</a:t>
            </a:r>
            <a:endParaRPr sz="1200"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11" name="案例页左侧说明分隔线"/>
          <p:cNvSpPr>
            <a:spLocks noGrp="1"/>
          </p:cNvSpPr>
          <p:nvPr/>
        </p:nvSpPr>
        <p:spPr>
          <a:xfrm>
            <a:off x="981075" y="7677150"/>
            <a:ext cx="4762500" cy="0"/>
          </a:xfrm>
          <a:prstGeom prst="line">
            <a:avLst/>
          </a:prstGeom>
          <a:noFill/>
          <a:ln w="9525">
            <a:solidFill>
              <a:srgbClr val="FFFFFF">
                <a:alpha val="25000"/>
              </a:srgbClr>
            </a:solidFill>
            <a:prstDash val="solid"/>
          </a:ln>
        </p:spPr>
      </p:sp>
      <p:sp>
        <p:nvSpPr>
          <p:cNvPr id="12" name="案例页左侧说明标题"/>
          <p:cNvSpPr>
            <a:spLocks noGrp="1"/>
          </p:cNvSpPr>
          <p:nvPr/>
        </p:nvSpPr>
        <p:spPr>
          <a:xfrm>
            <a:off x="981075" y="7953375"/>
            <a:ext cx="4095750" cy="361950"/>
          </a:xfrm>
          <a:prstGeom prst="rect">
            <a:avLst/>
          </a:prstGeom>
          <a:noFill/>
          <a:ln w="0">
            <a:noFill/>
            <a:prstDash val="solid"/>
          </a:ln>
        </p:spPr>
        <p:txBody>
          <a:bodyPr wrap="square" lIns="0" tIns="0" rIns="0" bIns="0" anchor="t">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从真实企业一线出发</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13" name="案例页左侧说明正文"/>
          <p:cNvSpPr>
            <a:spLocks noGrp="1"/>
          </p:cNvSpPr>
          <p:nvPr/>
        </p:nvSpPr>
        <p:spPr>
          <a:xfrm>
            <a:off x="981075" y="8410575"/>
            <a:ext cx="4762500" cy="619125"/>
          </a:xfrm>
          <a:prstGeom prst="rect">
            <a:avLst/>
          </a:prstGeom>
          <a:noFill/>
          <a:ln w="0">
            <a:noFill/>
            <a:prstDash val="solid"/>
          </a:ln>
        </p:spPr>
        <p:txBody>
          <a:bodyPr wrap="square" lIns="0" tIns="0" rIns="0" bIns="0" anchor="t">
            <a:normAutofit/>
          </a:bodyPr>
          <a:lstStyle/>
          <a:p>
            <a:pPr algn="l">
              <a:buNone/>
              <a:defRPr sz="1575" b="0">
                <a:solidFill>
                  <a:srgbClr val="AEB7C4"/>
                </a:solidFill>
                <a:latin typeface="PingFang SC" panose="020B0400000000000000" charset="-122"/>
                <a:ea typeface="PingFang SC" panose="020B0400000000000000" charset="-122"/>
                <a:cs typeface="PingFang SC" panose="020B0400000000000000" charset="-122"/>
              </a:defRPr>
            </a:pPr>
            <a:r>
              <a:rPr sz="1575" b="0">
                <a:solidFill>
                  <a:srgbClr val="AEB7C4"/>
                </a:solidFill>
                <a:latin typeface="PingFang SC" panose="020B0400000000000000" charset="-122"/>
                <a:ea typeface="PingFang SC" panose="020B0400000000000000" charset="-122"/>
                <a:cs typeface="PingFang SC" panose="020B0400000000000000" charset="-122"/>
              </a:rPr>
              <a:t>逐一深访、整理，把业务问题、落地路径和阶段结果讲清楚。</a:t>
            </a:r>
            <a:endParaRPr sz="1575" b="0">
              <a:solidFill>
                <a:srgbClr val="AEB7C4"/>
              </a:solidFill>
              <a:latin typeface="PingFang SC" panose="020B0400000000000000" charset="-122"/>
              <a:ea typeface="PingFang SC" panose="020B0400000000000000" charset="-122"/>
              <a:cs typeface="PingFang SC" panose="020B0400000000000000" charset="-122"/>
            </a:endParaRPr>
          </a:p>
        </p:txBody>
      </p:sp>
      <p:sp>
        <p:nvSpPr>
          <p:cNvPr id="14" name="案例页持续更新说明"/>
          <p:cNvSpPr>
            <a:spLocks noGrp="1"/>
          </p:cNvSpPr>
          <p:nvPr/>
        </p:nvSpPr>
        <p:spPr>
          <a:xfrm>
            <a:off x="981075" y="9077325"/>
            <a:ext cx="4762500" cy="476250"/>
          </a:xfrm>
          <a:prstGeom prst="rect">
            <a:avLst/>
          </a:prstGeom>
          <a:noFill/>
          <a:ln w="0">
            <a:noFill/>
            <a:prstDash val="solid"/>
          </a:ln>
        </p:spPr>
        <p:txBody>
          <a:bodyPr wrap="none" lIns="0" tIns="0" rIns="0" bIns="0" anchor="ctr">
            <a:noAutofit/>
          </a:bodyPr>
          <a:lstStyle/>
          <a:p>
            <a:pPr algn="l">
              <a:lnSpc>
                <a:spcPct val="105000"/>
              </a:lnSpc>
              <a:buNone/>
              <a:defRPr sz="1650" b="1">
                <a:solidFill>
                  <a:srgbClr val="A8E92D"/>
                </a:solidFill>
                <a:latin typeface="PingFang SC" panose="020B0400000000000000" charset="-122"/>
                <a:ea typeface="PingFang SC" panose="020B0400000000000000" charset="-122"/>
                <a:cs typeface="PingFang SC" panose="020B0400000000000000" charset="-122"/>
              </a:defRPr>
            </a:pPr>
            <a:r>
              <a:rPr sz="1650" b="1">
                <a:solidFill>
                  <a:srgbClr val="A8E92D"/>
                </a:solidFill>
                <a:latin typeface="PingFang SC" panose="020B0400000000000000" charset="-122"/>
                <a:ea typeface="PingFang SC" panose="020B0400000000000000" charset="-122"/>
                <a:cs typeface="PingFang SC" panose="020B0400000000000000" charset="-122"/>
              </a:rPr>
              <a:t>首批 24 个案例，后续将持续补充。</a:t>
            </a:r>
            <a:endParaRPr sz="1425" b="1">
              <a:solidFill>
                <a:srgbClr val="A8E92D"/>
              </a:solidFill>
              <a:latin typeface="PingFang SC" panose="020B0400000000000000" charset="-122"/>
              <a:ea typeface="PingFang SC" panose="020B0400000000000000" charset="-122"/>
              <a:cs typeface="PingFang SC" panose="020B0400000000000000" charset="-122"/>
            </a:endParaRPr>
          </a:p>
        </p:txBody>
      </p:sp>
      <p:sp>
        <p:nvSpPr>
          <p:cNvPr id="15" name="页码-04 / 09"/>
          <p:cNvSpPr>
            <a:spLocks noGrp="1"/>
          </p:cNvSpPr>
          <p:nvPr/>
        </p:nvSpPr>
        <p:spPr>
          <a:xfrm>
            <a:off x="16573500" y="323850"/>
            <a:ext cx="1095375" cy="266700"/>
          </a:xfrm>
          <a:prstGeom prst="rect">
            <a:avLst/>
          </a:prstGeom>
          <a:noFill/>
          <a:ln w="0">
            <a:noFill/>
            <a:prstDash val="solid"/>
          </a:ln>
        </p:spPr>
        <p:txBody>
          <a:bodyPr wrap="square" lIns="0" tIns="0" rIns="0" bIns="0" anchor="ctr">
            <a:normAutofit/>
          </a:bodyPr>
          <a:lstStyle/>
          <a:p>
            <a:pPr algn="r">
              <a:buNone/>
              <a:defRPr sz="1125" b="1">
                <a:solidFill>
                  <a:srgbClr val="8B96A6"/>
                </a:solidFill>
                <a:latin typeface="Arial" panose="020B0604020202090204"/>
                <a:ea typeface="Arial" panose="020B0604020202090204"/>
                <a:cs typeface="Arial" panose="020B0604020202090204"/>
              </a:defRPr>
            </a:pPr>
            <a:r>
              <a:rPr sz="1125" b="1">
                <a:solidFill>
                  <a:srgbClr val="8B96A6"/>
                </a:solidFill>
                <a:latin typeface="Arial" panose="020B0604020202090204"/>
                <a:ea typeface="Arial" panose="020B0604020202090204"/>
                <a:cs typeface="Arial" panose="020B0604020202090204"/>
              </a:rPr>
              <a:t>05 / 08</a:t>
            </a:r>
            <a:endParaRPr sz="1125" b="1">
              <a:solidFill>
                <a:srgbClr val="8B96A6"/>
              </a:solidFill>
              <a:latin typeface="Arial" panose="020B0604020202090204"/>
              <a:ea typeface="Arial" panose="020B0604020202090204"/>
              <a:cs typeface="Arial" panose="020B0604020202090204"/>
            </a:endParaRPr>
          </a:p>
        </p:txBody>
      </p:sp>
      <p:sp>
        <p:nvSpPr>
          <p:cNvPr id="17" name="案例页右侧分区"/>
          <p:cNvSpPr>
            <a:spLocks noGrp="1"/>
          </p:cNvSpPr>
          <p:nvPr/>
        </p:nvSpPr>
        <p:spPr>
          <a:xfrm>
            <a:off x="7496175" y="1057275"/>
            <a:ext cx="4762500" cy="285750"/>
          </a:xfrm>
          <a:prstGeom prst="rect">
            <a:avLst/>
          </a:prstGeom>
          <a:noFill/>
          <a:ln w="0">
            <a:noFill/>
            <a:prstDash val="solid"/>
          </a:ln>
        </p:spPr>
        <p:txBody>
          <a:bodyPr wrap="square" lIns="0" tIns="0" rIns="0" bIns="0" anchor="t">
            <a:normAutofit/>
          </a:bodyPr>
          <a:lstStyle/>
          <a:p>
            <a:pPr algn="l">
              <a:buNone/>
              <a:defRPr sz="1500" b="1">
                <a:solidFill>
                  <a:srgbClr val="2E5BFF"/>
                </a:solidFill>
                <a:latin typeface="PingFang SC" panose="020B0400000000000000" charset="-122"/>
                <a:ea typeface="PingFang SC" panose="020B0400000000000000" charset="-122"/>
                <a:cs typeface="PingFang SC" panose="020B0400000000000000" charset="-122"/>
              </a:defRPr>
            </a:pPr>
            <a:r>
              <a:rPr sz="1500" b="1">
                <a:solidFill>
                  <a:srgbClr val="2E5BFF"/>
                </a:solidFill>
                <a:latin typeface="PingFang SC" panose="020B0400000000000000" charset="-122"/>
                <a:ea typeface="PingFang SC" panose="020B0400000000000000" charset="-122"/>
                <a:cs typeface="PingFang SC" panose="020B0400000000000000" charset="-122"/>
              </a:rPr>
              <a:t>FDE 100 案例 · 首批阶段成果</a:t>
            </a:r>
            <a:endParaRPr sz="1500" b="1">
              <a:solidFill>
                <a:srgbClr val="2E5BFF"/>
              </a:solidFill>
              <a:latin typeface="PingFang SC" panose="020B0400000000000000" charset="-122"/>
              <a:ea typeface="PingFang SC" panose="020B0400000000000000" charset="-122"/>
              <a:cs typeface="PingFang SC" panose="020B0400000000000000" charset="-122"/>
            </a:endParaRPr>
          </a:p>
        </p:txBody>
      </p:sp>
      <p:sp>
        <p:nvSpPr>
          <p:cNvPr id="18" name="案例页右侧标题蓝"/>
          <p:cNvSpPr>
            <a:spLocks noGrp="1"/>
          </p:cNvSpPr>
          <p:nvPr/>
        </p:nvSpPr>
        <p:spPr>
          <a:xfrm>
            <a:off x="7496175" y="1504950"/>
            <a:ext cx="9791700" cy="638175"/>
          </a:xfrm>
          <a:prstGeom prst="rect">
            <a:avLst/>
          </a:prstGeom>
          <a:noFill/>
          <a:ln w="0">
            <a:noFill/>
            <a:prstDash val="solid"/>
          </a:ln>
        </p:spPr>
        <p:txBody>
          <a:bodyPr wrap="none" lIns="0" tIns="0" rIns="0" bIns="0" anchor="ctr">
            <a:noAutofit/>
          </a:bodyPr>
          <a:lstStyle/>
          <a:p>
            <a:pPr algn="l">
              <a:lnSpc>
                <a:spcPct val="105000"/>
              </a:lnSpc>
              <a:buNone/>
              <a:defRPr sz="4050" b="1">
                <a:solidFill>
                  <a:srgbClr val="2E5BFF"/>
                </a:solidFill>
                <a:latin typeface="PingFang SC" panose="020B0400000000000000" charset="-122"/>
                <a:ea typeface="PingFang SC" panose="020B0400000000000000" charset="-122"/>
                <a:cs typeface="PingFang SC" panose="020B0400000000000000" charset="-122"/>
              </a:defRPr>
            </a:pPr>
            <a:r>
              <a:rPr sz="4050" b="1">
                <a:solidFill>
                  <a:srgbClr val="2E5BFF"/>
                </a:solidFill>
                <a:latin typeface="PingFang SC" panose="020B0400000000000000" charset="-122"/>
                <a:ea typeface="PingFang SC" panose="020B0400000000000000" charset="-122"/>
                <a:cs typeface="PingFang SC" panose="020B0400000000000000" charset="-122"/>
              </a:rPr>
              <a:t>首批 24 个真实案例</a:t>
            </a:r>
            <a:endParaRPr sz="4200" b="1">
              <a:solidFill>
                <a:srgbClr val="2E5BFF"/>
              </a:solidFill>
              <a:latin typeface="PingFang SC" panose="020B0400000000000000" charset="-122"/>
              <a:ea typeface="PingFang SC" panose="020B0400000000000000" charset="-122"/>
              <a:cs typeface="PingFang SC" panose="020B0400000000000000" charset="-122"/>
            </a:endParaRPr>
          </a:p>
        </p:txBody>
      </p:sp>
      <p:sp>
        <p:nvSpPr>
          <p:cNvPr id="19" name="案例页右侧标题黑"/>
          <p:cNvSpPr>
            <a:spLocks noGrp="1"/>
          </p:cNvSpPr>
          <p:nvPr/>
        </p:nvSpPr>
        <p:spPr>
          <a:xfrm>
            <a:off x="7496175" y="2114550"/>
            <a:ext cx="9791700" cy="638175"/>
          </a:xfrm>
          <a:prstGeom prst="rect">
            <a:avLst/>
          </a:prstGeom>
          <a:noFill/>
          <a:ln w="0">
            <a:noFill/>
            <a:prstDash val="solid"/>
          </a:ln>
        </p:spPr>
        <p:txBody>
          <a:bodyPr wrap="none" lIns="0" tIns="0" rIns="0" bIns="0" anchor="ctr">
            <a:noAutofit/>
          </a:bodyPr>
          <a:lstStyle/>
          <a:p>
            <a:pPr algn="l">
              <a:lnSpc>
                <a:spcPct val="105000"/>
              </a:lnSpc>
              <a:buNone/>
              <a:defRPr sz="3900" b="1">
                <a:solidFill>
                  <a:srgbClr val="101721"/>
                </a:solidFill>
                <a:latin typeface="PingFang SC" panose="020B0400000000000000" charset="-122"/>
                <a:ea typeface="PingFang SC" panose="020B0400000000000000" charset="-122"/>
                <a:cs typeface="PingFang SC" panose="020B0400000000000000" charset="-122"/>
              </a:defRPr>
            </a:pPr>
            <a:r>
              <a:rPr sz="3900" b="1">
                <a:solidFill>
                  <a:srgbClr val="101721"/>
                </a:solidFill>
                <a:latin typeface="PingFang SC" panose="020B0400000000000000" charset="-122"/>
                <a:ea typeface="PingFang SC" panose="020B0400000000000000" charset="-122"/>
                <a:cs typeface="PingFang SC" panose="020B0400000000000000" charset="-122"/>
              </a:rPr>
              <a:t>AI 在具体业务里带来的改变</a:t>
            </a:r>
            <a:endParaRPr sz="4200" b="1">
              <a:solidFill>
                <a:srgbClr val="10151D"/>
              </a:solidFill>
              <a:latin typeface="PingFang SC" panose="020B0400000000000000" charset="-122"/>
              <a:ea typeface="PingFang SC" panose="020B0400000000000000" charset="-122"/>
              <a:cs typeface="PingFang SC" panose="020B0400000000000000" charset="-122"/>
            </a:endParaRPr>
          </a:p>
        </p:txBody>
      </p:sp>
      <p:sp>
        <p:nvSpPr>
          <p:cNvPr id="20" name="案例页右侧导语"/>
          <p:cNvSpPr>
            <a:spLocks noGrp="1"/>
          </p:cNvSpPr>
          <p:nvPr/>
        </p:nvSpPr>
        <p:spPr>
          <a:xfrm>
            <a:off x="7496175" y="2876550"/>
            <a:ext cx="9791700" cy="381000"/>
          </a:xfrm>
          <a:prstGeom prst="rect">
            <a:avLst/>
          </a:prstGeom>
          <a:noFill/>
          <a:ln w="0">
            <a:noFill/>
            <a:prstDash val="solid"/>
          </a:ln>
        </p:spPr>
        <p:txBody>
          <a:bodyPr wrap="none" lIns="0" tIns="0" rIns="0" bIns="0" anchor="ctr">
            <a:noAutofit/>
          </a:bodyPr>
          <a:lstStyle/>
          <a:p>
            <a:pPr algn="l">
              <a:lnSpc>
                <a:spcPct val="105000"/>
              </a:lnSpc>
              <a:buNone/>
              <a:defRPr sz="2100" b="0">
                <a:solidFill>
                  <a:srgbClr val="667287"/>
                </a:solidFill>
                <a:latin typeface="PingFang SC" panose="020B0400000000000000" charset="-122"/>
                <a:ea typeface="PingFang SC" panose="020B0400000000000000" charset="-122"/>
                <a:cs typeface="PingFang SC" panose="020B0400000000000000" charset="-122"/>
              </a:defRPr>
            </a:pPr>
            <a:r>
              <a:rPr sz="2100" b="0">
                <a:solidFill>
                  <a:srgbClr val="667287"/>
                </a:solidFill>
                <a:latin typeface="PingFang SC" panose="020B0400000000000000" charset="-122"/>
                <a:ea typeface="PingFang SC" panose="020B0400000000000000" charset="-122"/>
                <a:cs typeface="PingFang SC" panose="020B0400000000000000" charset="-122"/>
              </a:rPr>
              <a:t>覆盖 12 个行业、8 类场景，全部完成深度访谈。</a:t>
            </a:r>
            <a:endParaRPr sz="1725" b="1">
              <a:solidFill>
                <a:srgbClr val="6F7988"/>
              </a:solidFill>
              <a:latin typeface="PingFang SC" panose="020B0400000000000000" charset="-122"/>
              <a:ea typeface="PingFang SC" panose="020B0400000000000000" charset="-122"/>
              <a:cs typeface="PingFang SC" panose="020B0400000000000000" charset="-122"/>
            </a:endParaRPr>
          </a:p>
        </p:txBody>
      </p:sp>
      <p:sp>
        <p:nvSpPr>
          <p:cNvPr id="21" name="案例页标题分隔线"/>
          <p:cNvSpPr>
            <a:spLocks noGrp="1"/>
          </p:cNvSpPr>
          <p:nvPr/>
        </p:nvSpPr>
        <p:spPr>
          <a:xfrm>
            <a:off x="7496175" y="3305175"/>
            <a:ext cx="9791700" cy="0"/>
          </a:xfrm>
          <a:prstGeom prst="line">
            <a:avLst/>
          </a:prstGeom>
          <a:noFill/>
          <a:ln w="19050">
            <a:solidFill>
              <a:srgbClr val="10151D"/>
            </a:solidFill>
            <a:prstDash val="solid"/>
          </a:ln>
        </p:spPr>
      </p:sp>
      <p:sp>
        <p:nvSpPr>
          <p:cNvPr id="30" name="案例成效证据底"/>
          <p:cNvSpPr>
            <a:spLocks noGrp="1"/>
          </p:cNvSpPr>
          <p:nvPr/>
        </p:nvSpPr>
        <p:spPr>
          <a:xfrm>
            <a:off x="7496175" y="4019550"/>
            <a:ext cx="9791700" cy="2047875"/>
          </a:xfrm>
          <a:prstGeom prst="rect">
            <a:avLst/>
          </a:prstGeom>
          <a:solidFill>
            <a:srgbClr val="FFFFFF"/>
          </a:solidFill>
          <a:ln w="9525">
            <a:solidFill>
              <a:srgbClr val="E2E6EC"/>
            </a:solidFill>
            <a:prstDash val="solid"/>
          </a:ln>
        </p:spPr>
        <p:style>
          <a:lnRef idx="0">
            <a:srgbClr val="FFFFFF"/>
          </a:lnRef>
          <a:fillRef idx="0">
            <a:srgbClr val="FFFFFF"/>
          </a:fillRef>
          <a:effectRef idx="6">
            <a:srgbClr val="FFFFFF"/>
          </a:effectRef>
          <a:fontRef idx="major"/>
        </p:style>
      </p:sp>
      <p:sp>
        <p:nvSpPr>
          <p:cNvPr id="31" name="案例成效证据顶线"/>
          <p:cNvSpPr>
            <a:spLocks noGrp="1"/>
          </p:cNvSpPr>
          <p:nvPr/>
        </p:nvSpPr>
        <p:spPr>
          <a:xfrm>
            <a:off x="7496175" y="4019550"/>
            <a:ext cx="9791700" cy="28575"/>
          </a:xfrm>
          <a:prstGeom prst="rect">
            <a:avLst/>
          </a:prstGeom>
          <a:solidFill>
            <a:srgbClr val="070A10"/>
          </a:solidFill>
          <a:ln w="0">
            <a:noFill/>
            <a:prstDash val="solid"/>
          </a:ln>
        </p:spPr>
      </p:sp>
      <p:sp>
        <p:nvSpPr>
          <p:cNvPr id="32" name="案例成效证据标题"/>
          <p:cNvSpPr>
            <a:spLocks noGrp="1"/>
          </p:cNvSpPr>
          <p:nvPr/>
        </p:nvSpPr>
        <p:spPr>
          <a:xfrm>
            <a:off x="7496175" y="3448050"/>
            <a:ext cx="9791700" cy="409575"/>
          </a:xfrm>
          <a:prstGeom prst="rect">
            <a:avLst/>
          </a:prstGeom>
          <a:noFill/>
          <a:ln w="0">
            <a:noFill/>
            <a:prstDash val="solid"/>
          </a:ln>
        </p:spPr>
        <p:txBody>
          <a:bodyPr wrap="none" lIns="0" tIns="0" rIns="0" bIns="0" anchor="ctr">
            <a:noAutofit/>
          </a:bodyPr>
          <a:lstStyle/>
          <a:p>
            <a:pPr algn="l">
              <a:lnSpc>
                <a:spcPct val="105000"/>
              </a:lnSpc>
              <a:buNone/>
              <a:defRPr sz="2250" b="1">
                <a:solidFill>
                  <a:srgbClr val="101721"/>
                </a:solidFill>
                <a:latin typeface="PingFang SC" panose="020B0400000000000000" charset="-122"/>
                <a:ea typeface="PingFang SC" panose="020B0400000000000000" charset="-122"/>
                <a:cs typeface="PingFang SC" panose="020B0400000000000000" charset="-122"/>
              </a:defRPr>
            </a:pPr>
            <a:r>
              <a:rPr sz="2250" b="1">
                <a:solidFill>
                  <a:srgbClr val="101721"/>
                </a:solidFill>
                <a:latin typeface="PingFang SC" panose="020B0400000000000000" charset="-122"/>
                <a:ea typeface="PingFang SC" panose="020B0400000000000000" charset="-122"/>
                <a:cs typeface="PingFang SC" panose="020B0400000000000000" charset="-122"/>
              </a:rPr>
              <a:t>四个案例，四项具体的业务变化</a:t>
            </a:r>
            <a:endParaRPr sz="2400" b="1">
              <a:solidFill>
                <a:srgbClr val="2E5BFF"/>
              </a:solidFill>
              <a:latin typeface="PingFang SC" panose="020B0400000000000000" charset="-122"/>
              <a:ea typeface="PingFang SC" panose="020B0400000000000000" charset="-122"/>
              <a:cs typeface="PingFang SC" panose="020B0400000000000000" charset="-122"/>
            </a:endParaRPr>
          </a:p>
        </p:txBody>
      </p:sp>
      <p:sp>
        <p:nvSpPr>
          <p:cNvPr id="34" name="案例成效数据1"/>
          <p:cNvSpPr>
            <a:spLocks noGrp="1"/>
          </p:cNvSpPr>
          <p:nvPr/>
        </p:nvSpPr>
        <p:spPr>
          <a:xfrm>
            <a:off x="7686675" y="4953000"/>
            <a:ext cx="2095500" cy="552450"/>
          </a:xfrm>
          <a:prstGeom prst="rect">
            <a:avLst/>
          </a:prstGeom>
          <a:noFill/>
          <a:ln w="0">
            <a:noFill/>
            <a:prstDash val="solid"/>
          </a:ln>
        </p:spPr>
        <p:txBody>
          <a:bodyPr wrap="none" lIns="0" tIns="0" rIns="0" bIns="0" anchor="ctr">
            <a:noAutofit/>
          </a:bodyPr>
          <a:lstStyle/>
          <a:p>
            <a:pPr algn="l">
              <a:lnSpc>
                <a:spcPct val="105000"/>
              </a:lnSpc>
              <a:buNone/>
              <a:defRPr sz="3225" b="1">
                <a:solidFill>
                  <a:srgbClr val="2E5BFF"/>
                </a:solidFill>
                <a:latin typeface="PingFang SC" panose="020B0400000000000000" charset="-122"/>
                <a:ea typeface="PingFang SC" panose="020B0400000000000000" charset="-122"/>
                <a:cs typeface="PingFang SC" panose="020B0400000000000000" charset="-122"/>
              </a:defRPr>
            </a:pPr>
            <a:r>
              <a:rPr sz="3225" b="1">
                <a:solidFill>
                  <a:srgbClr val="2E5BFF"/>
                </a:solidFill>
                <a:latin typeface="PingFang SC" panose="020B0400000000000000" charset="-122"/>
                <a:ea typeface="PingFang SC" panose="020B0400000000000000" charset="-122"/>
                <a:cs typeface="PingFang SC" panose="020B0400000000000000" charset="-122"/>
              </a:rPr>
              <a:t>70%</a:t>
            </a:r>
            <a:endParaRPr sz="2025" b="1">
              <a:solidFill>
                <a:srgbClr val="10151D"/>
              </a:solidFill>
              <a:latin typeface="PingFang SC" panose="020B0400000000000000" charset="-122"/>
              <a:ea typeface="PingFang SC" panose="020B0400000000000000" charset="-122"/>
              <a:cs typeface="PingFang SC" panose="020B0400000000000000" charset="-122"/>
            </a:endParaRPr>
          </a:p>
        </p:txBody>
      </p:sp>
      <p:sp>
        <p:nvSpPr>
          <p:cNvPr id="35" name="案例成效标签1"/>
          <p:cNvSpPr>
            <a:spLocks noGrp="1"/>
          </p:cNvSpPr>
          <p:nvPr/>
        </p:nvSpPr>
        <p:spPr>
          <a:xfrm>
            <a:off x="7686675" y="4181475"/>
            <a:ext cx="2095500" cy="647700"/>
          </a:xfrm>
          <a:prstGeom prst="rect">
            <a:avLst/>
          </a:prstGeom>
          <a:noFill/>
          <a:ln w="0">
            <a:noFill/>
            <a:prstDash val="solid"/>
          </a:ln>
        </p:spPr>
        <p:txBody>
          <a:bodyPr wrap="none" lIns="0" tIns="0" rIns="0" bIns="0" anchor="ctr">
            <a:noAutofit/>
          </a:bodyPr>
          <a:lstStyle/>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律师案件</a:t>
            </a:r>
            <a:endParaRPr sz="1200" b="1">
              <a:solidFill>
                <a:srgbClr val="6D7888"/>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材料整理</a:t>
            </a:r>
            <a:endParaRPr sz="1200" b="1">
              <a:solidFill>
                <a:srgbClr val="6D7888"/>
              </a:solidFill>
              <a:latin typeface="PingFang SC" panose="020B0400000000000000" charset="-122"/>
              <a:ea typeface="PingFang SC" panose="020B0400000000000000" charset="-122"/>
              <a:cs typeface="PingFang SC" panose="020B0400000000000000" charset="-122"/>
            </a:endParaRPr>
          </a:p>
        </p:txBody>
      </p:sp>
      <p:sp>
        <p:nvSpPr>
          <p:cNvPr id="36" name="案例成效分隔2"/>
          <p:cNvSpPr>
            <a:spLocks noGrp="1"/>
          </p:cNvSpPr>
          <p:nvPr/>
        </p:nvSpPr>
        <p:spPr>
          <a:xfrm>
            <a:off x="9944100" y="4019550"/>
            <a:ext cx="0" cy="2047875"/>
          </a:xfrm>
          <a:prstGeom prst="line">
            <a:avLst/>
          </a:prstGeom>
          <a:noFill/>
          <a:ln w="9525">
            <a:solidFill>
              <a:srgbClr val="D9DFE8"/>
            </a:solidFill>
            <a:prstDash val="solid"/>
          </a:ln>
        </p:spPr>
      </p:sp>
      <p:sp>
        <p:nvSpPr>
          <p:cNvPr id="37" name="案例成效数据2"/>
          <p:cNvSpPr>
            <a:spLocks noGrp="1"/>
          </p:cNvSpPr>
          <p:nvPr/>
        </p:nvSpPr>
        <p:spPr>
          <a:xfrm>
            <a:off x="10134600" y="4953000"/>
            <a:ext cx="2095500" cy="552450"/>
          </a:xfrm>
          <a:prstGeom prst="rect">
            <a:avLst/>
          </a:prstGeom>
          <a:noFill/>
          <a:ln w="0">
            <a:noFill/>
            <a:prstDash val="solid"/>
          </a:ln>
        </p:spPr>
        <p:txBody>
          <a:bodyPr wrap="none" lIns="0" tIns="0" rIns="0" bIns="0" anchor="ctr">
            <a:noAutofit/>
          </a:bodyPr>
          <a:lstStyle/>
          <a:p>
            <a:pPr algn="l">
              <a:lnSpc>
                <a:spcPct val="105000"/>
              </a:lnSpc>
              <a:buNone/>
              <a:defRPr sz="3225" b="1">
                <a:solidFill>
                  <a:srgbClr val="2E5BFF"/>
                </a:solidFill>
                <a:latin typeface="PingFang SC" panose="020B0400000000000000" charset="-122"/>
                <a:ea typeface="PingFang SC" panose="020B0400000000000000" charset="-122"/>
                <a:cs typeface="PingFang SC" panose="020B0400000000000000" charset="-122"/>
              </a:defRPr>
            </a:pPr>
            <a:r>
              <a:rPr sz="3225" b="1">
                <a:solidFill>
                  <a:srgbClr val="2E5BFF"/>
                </a:solidFill>
                <a:latin typeface="PingFang SC" panose="020B0400000000000000" charset="-122"/>
                <a:ea typeface="PingFang SC" panose="020B0400000000000000" charset="-122"/>
                <a:cs typeface="PingFang SC" panose="020B0400000000000000" charset="-122"/>
              </a:rPr>
              <a:t>约30分钟</a:t>
            </a:r>
            <a:endParaRPr sz="2025" b="1">
              <a:solidFill>
                <a:srgbClr val="10151D"/>
              </a:solidFill>
              <a:latin typeface="PingFang SC" panose="020B0400000000000000" charset="-122"/>
              <a:ea typeface="PingFang SC" panose="020B0400000000000000" charset="-122"/>
              <a:cs typeface="PingFang SC" panose="020B0400000000000000" charset="-122"/>
            </a:endParaRPr>
          </a:p>
        </p:txBody>
      </p:sp>
      <p:sp>
        <p:nvSpPr>
          <p:cNvPr id="38" name="案例成效标签2"/>
          <p:cNvSpPr>
            <a:spLocks noGrp="1"/>
          </p:cNvSpPr>
          <p:nvPr/>
        </p:nvSpPr>
        <p:spPr>
          <a:xfrm>
            <a:off x="10134600" y="4181475"/>
            <a:ext cx="2095500" cy="647700"/>
          </a:xfrm>
          <a:prstGeom prst="rect">
            <a:avLst/>
          </a:prstGeom>
          <a:noFill/>
          <a:ln w="0">
            <a:noFill/>
            <a:prstDash val="solid"/>
          </a:ln>
        </p:spPr>
        <p:txBody>
          <a:bodyPr wrap="none" lIns="0" tIns="0" rIns="0" bIns="0" anchor="ctr">
            <a:noAutofit/>
          </a:bodyPr>
          <a:lstStyle/>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消防施工图</a:t>
            </a:r>
            <a:endParaRPr sz="1200" b="1">
              <a:solidFill>
                <a:srgbClr val="6D7888"/>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生成</a:t>
            </a:r>
            <a:endParaRPr sz="1200" b="1">
              <a:solidFill>
                <a:srgbClr val="6D7888"/>
              </a:solidFill>
              <a:latin typeface="PingFang SC" panose="020B0400000000000000" charset="-122"/>
              <a:ea typeface="PingFang SC" panose="020B0400000000000000" charset="-122"/>
              <a:cs typeface="PingFang SC" panose="020B0400000000000000" charset="-122"/>
            </a:endParaRPr>
          </a:p>
        </p:txBody>
      </p:sp>
      <p:sp>
        <p:nvSpPr>
          <p:cNvPr id="39" name="案例成效分隔3"/>
          <p:cNvSpPr>
            <a:spLocks noGrp="1"/>
          </p:cNvSpPr>
          <p:nvPr/>
        </p:nvSpPr>
        <p:spPr>
          <a:xfrm>
            <a:off x="12392025" y="4019550"/>
            <a:ext cx="0" cy="2047875"/>
          </a:xfrm>
          <a:prstGeom prst="line">
            <a:avLst/>
          </a:prstGeom>
          <a:noFill/>
          <a:ln w="9525">
            <a:solidFill>
              <a:srgbClr val="D9DFE8"/>
            </a:solidFill>
            <a:prstDash val="solid"/>
          </a:ln>
        </p:spPr>
      </p:sp>
      <p:sp>
        <p:nvSpPr>
          <p:cNvPr id="40" name="案例成效数据3"/>
          <p:cNvSpPr>
            <a:spLocks noGrp="1"/>
          </p:cNvSpPr>
          <p:nvPr/>
        </p:nvSpPr>
        <p:spPr>
          <a:xfrm>
            <a:off x="12582525" y="4953000"/>
            <a:ext cx="2095500" cy="552450"/>
          </a:xfrm>
          <a:prstGeom prst="rect">
            <a:avLst/>
          </a:prstGeom>
          <a:noFill/>
          <a:ln w="0">
            <a:noFill/>
            <a:prstDash val="solid"/>
          </a:ln>
        </p:spPr>
        <p:txBody>
          <a:bodyPr wrap="none" lIns="0" tIns="0" rIns="0" bIns="0" anchor="ctr">
            <a:noAutofit/>
          </a:bodyPr>
          <a:lstStyle/>
          <a:p>
            <a:pPr algn="l">
              <a:lnSpc>
                <a:spcPct val="105000"/>
              </a:lnSpc>
              <a:buNone/>
              <a:defRPr sz="3225" b="1">
                <a:solidFill>
                  <a:srgbClr val="2E5BFF"/>
                </a:solidFill>
                <a:latin typeface="PingFang SC" panose="020B0400000000000000" charset="-122"/>
                <a:ea typeface="PingFang SC" panose="020B0400000000000000" charset="-122"/>
                <a:cs typeface="PingFang SC" panose="020B0400000000000000" charset="-122"/>
              </a:defRPr>
            </a:pPr>
            <a:r>
              <a:rPr sz="3225" b="1">
                <a:solidFill>
                  <a:srgbClr val="2E5BFF"/>
                </a:solidFill>
                <a:latin typeface="PingFang SC" panose="020B0400000000000000" charset="-122"/>
                <a:ea typeface="PingFang SC" panose="020B0400000000000000" charset="-122"/>
                <a:cs typeface="PingFang SC" panose="020B0400000000000000" charset="-122"/>
              </a:rPr>
              <a:t>3–5分钟</a:t>
            </a:r>
            <a:endParaRPr sz="2025" b="1">
              <a:solidFill>
                <a:srgbClr val="10151D"/>
              </a:solidFill>
              <a:latin typeface="PingFang SC" panose="020B0400000000000000" charset="-122"/>
              <a:ea typeface="PingFang SC" panose="020B0400000000000000" charset="-122"/>
              <a:cs typeface="PingFang SC" panose="020B0400000000000000" charset="-122"/>
            </a:endParaRPr>
          </a:p>
        </p:txBody>
      </p:sp>
      <p:sp>
        <p:nvSpPr>
          <p:cNvPr id="41" name="案例成效标签3"/>
          <p:cNvSpPr>
            <a:spLocks noGrp="1"/>
          </p:cNvSpPr>
          <p:nvPr/>
        </p:nvSpPr>
        <p:spPr>
          <a:xfrm>
            <a:off x="12582525" y="4181475"/>
            <a:ext cx="2095500" cy="647700"/>
          </a:xfrm>
          <a:prstGeom prst="rect">
            <a:avLst/>
          </a:prstGeom>
          <a:noFill/>
          <a:ln w="0">
            <a:noFill/>
            <a:prstDash val="solid"/>
          </a:ln>
        </p:spPr>
        <p:txBody>
          <a:bodyPr wrap="none" lIns="0" tIns="0" rIns="0" bIns="0" anchor="ctr">
            <a:noAutofit/>
          </a:bodyPr>
          <a:lstStyle/>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车管所网办</a:t>
            </a:r>
            <a:endParaRPr sz="1200" b="1">
              <a:solidFill>
                <a:srgbClr val="6D7888"/>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单件审核</a:t>
            </a:r>
            <a:endParaRPr sz="1200" b="1">
              <a:solidFill>
                <a:srgbClr val="6D7888"/>
              </a:solidFill>
              <a:latin typeface="PingFang SC" panose="020B0400000000000000" charset="-122"/>
              <a:ea typeface="PingFang SC" panose="020B0400000000000000" charset="-122"/>
              <a:cs typeface="PingFang SC" panose="020B0400000000000000" charset="-122"/>
            </a:endParaRPr>
          </a:p>
        </p:txBody>
      </p:sp>
      <p:sp>
        <p:nvSpPr>
          <p:cNvPr id="42" name="案例成效分隔4"/>
          <p:cNvSpPr>
            <a:spLocks noGrp="1"/>
          </p:cNvSpPr>
          <p:nvPr/>
        </p:nvSpPr>
        <p:spPr>
          <a:xfrm>
            <a:off x="14839950" y="4019550"/>
            <a:ext cx="0" cy="2047875"/>
          </a:xfrm>
          <a:prstGeom prst="line">
            <a:avLst/>
          </a:prstGeom>
          <a:noFill/>
          <a:ln w="9525">
            <a:solidFill>
              <a:srgbClr val="D9DFE8"/>
            </a:solidFill>
            <a:prstDash val="solid"/>
          </a:ln>
        </p:spPr>
      </p:sp>
      <p:sp>
        <p:nvSpPr>
          <p:cNvPr id="43" name="案例成效数据4"/>
          <p:cNvSpPr>
            <a:spLocks noGrp="1"/>
          </p:cNvSpPr>
          <p:nvPr/>
        </p:nvSpPr>
        <p:spPr>
          <a:xfrm>
            <a:off x="15030450" y="4953000"/>
            <a:ext cx="2095500" cy="552450"/>
          </a:xfrm>
          <a:prstGeom prst="rect">
            <a:avLst/>
          </a:prstGeom>
          <a:noFill/>
          <a:ln w="0">
            <a:noFill/>
            <a:prstDash val="solid"/>
          </a:ln>
        </p:spPr>
        <p:txBody>
          <a:bodyPr wrap="none" lIns="0" tIns="0" rIns="0" bIns="0" anchor="ctr">
            <a:noAutofit/>
          </a:bodyPr>
          <a:lstStyle/>
          <a:p>
            <a:pPr algn="l">
              <a:lnSpc>
                <a:spcPct val="105000"/>
              </a:lnSpc>
              <a:buNone/>
              <a:defRPr sz="3225" b="1">
                <a:solidFill>
                  <a:srgbClr val="2E5BFF"/>
                </a:solidFill>
                <a:latin typeface="PingFang SC" panose="020B0400000000000000" charset="-122"/>
                <a:ea typeface="PingFang SC" panose="020B0400000000000000" charset="-122"/>
                <a:cs typeface="PingFang SC" panose="020B0400000000000000" charset="-122"/>
              </a:defRPr>
            </a:pPr>
            <a:r>
              <a:rPr sz="3225" b="1">
                <a:solidFill>
                  <a:srgbClr val="2E5BFF"/>
                </a:solidFill>
                <a:latin typeface="PingFang SC" panose="020B0400000000000000" charset="-122"/>
                <a:ea typeface="PingFang SC" panose="020B0400000000000000" charset="-122"/>
                <a:cs typeface="PingFang SC" panose="020B0400000000000000" charset="-122"/>
              </a:rPr>
              <a:t>约2小时</a:t>
            </a:r>
            <a:endParaRPr sz="2025" b="1">
              <a:solidFill>
                <a:srgbClr val="10151D"/>
              </a:solidFill>
              <a:latin typeface="PingFang SC" panose="020B0400000000000000" charset="-122"/>
              <a:ea typeface="PingFang SC" panose="020B0400000000000000" charset="-122"/>
              <a:cs typeface="PingFang SC" panose="020B0400000000000000" charset="-122"/>
            </a:endParaRPr>
          </a:p>
        </p:txBody>
      </p:sp>
      <p:sp>
        <p:nvSpPr>
          <p:cNvPr id="44" name="案例成效标签4"/>
          <p:cNvSpPr>
            <a:spLocks noGrp="1"/>
          </p:cNvSpPr>
          <p:nvPr/>
        </p:nvSpPr>
        <p:spPr>
          <a:xfrm>
            <a:off x="15030450" y="4181475"/>
            <a:ext cx="2095500" cy="647700"/>
          </a:xfrm>
          <a:prstGeom prst="rect">
            <a:avLst/>
          </a:prstGeom>
          <a:noFill/>
          <a:ln w="0">
            <a:noFill/>
            <a:prstDash val="solid"/>
          </a:ln>
        </p:spPr>
        <p:txBody>
          <a:bodyPr wrap="none" lIns="0" tIns="0" rIns="0" bIns="0" anchor="ctr">
            <a:noAutofit/>
          </a:bodyPr>
          <a:lstStyle/>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跨境货车</a:t>
            </a:r>
            <a:endParaRPr sz="1200" b="1">
              <a:solidFill>
                <a:srgbClr val="6D7888"/>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单车装载</a:t>
            </a:r>
            <a:endParaRPr sz="1200" b="1">
              <a:solidFill>
                <a:srgbClr val="6D7888"/>
              </a:solidFill>
              <a:latin typeface="PingFang SC" panose="020B0400000000000000" charset="-122"/>
              <a:ea typeface="PingFang SC" panose="020B0400000000000000" charset="-122"/>
              <a:cs typeface="PingFang SC" panose="020B0400000000000000" charset="-122"/>
            </a:endParaRPr>
          </a:p>
        </p:txBody>
      </p:sp>
      <p:sp>
        <p:nvSpPr>
          <p:cNvPr id="48" name="footer-04 / 09-plate"/>
          <p:cNvSpPr>
            <a:spLocks noGrp="1"/>
          </p:cNvSpPr>
          <p:nvPr/>
        </p:nvSpPr>
        <p:spPr>
          <a:xfrm>
            <a:off x="1123950" y="9696450"/>
            <a:ext cx="16040100" cy="476250"/>
          </a:xfrm>
          <a:prstGeom prst="rect">
            <a:avLst/>
          </a:prstGeom>
          <a:solidFill>
            <a:srgbClr val="FFFFFF"/>
          </a:solidFill>
          <a:ln w="9525">
            <a:solidFill>
              <a:srgbClr val="DDE3ED"/>
            </a:solidFill>
            <a:prstDash val="solid"/>
          </a:ln>
        </p:spPr>
      </p:sp>
      <p:pic>
        <p:nvPicPr>
          <p:cNvPr id="97" name="footer-04 / 09-sjtu"/>
          <p:cNvPicPr>
            <a:picLocks noChangeAspect="1"/>
          </p:cNvPicPr>
          <p:nvPr/>
        </p:nvPicPr>
        <p:blipFill>
          <a:blip r:embed="rId2"/>
          <a:stretch>
            <a:fillRect/>
          </a:stretch>
        </p:blipFill>
        <p:spPr>
          <a:xfrm>
            <a:off x="1497627" y="9810750"/>
            <a:ext cx="1595796" cy="257175"/>
          </a:xfrm>
          <a:prstGeom prst="rect">
            <a:avLst/>
          </a:prstGeom>
        </p:spPr>
      </p:pic>
      <p:sp>
        <p:nvSpPr>
          <p:cNvPr id="50" name="footer-04 / 09-divider"/>
          <p:cNvSpPr>
            <a:spLocks noGrp="1"/>
          </p:cNvSpPr>
          <p:nvPr/>
        </p:nvSpPr>
        <p:spPr>
          <a:xfrm>
            <a:off x="3362325" y="9801225"/>
            <a:ext cx="0" cy="266700"/>
          </a:xfrm>
          <a:prstGeom prst="line">
            <a:avLst/>
          </a:prstGeom>
          <a:noFill/>
          <a:ln w="9525">
            <a:solidFill>
              <a:srgbClr val="CBD2DE"/>
            </a:solidFill>
            <a:prstDash val="solid"/>
          </a:ln>
        </p:spPr>
      </p:sp>
      <p:pic>
        <p:nvPicPr>
          <p:cNvPr id="99" name="footer-04 / 09-dw"/>
          <p:cNvPicPr>
            <a:picLocks noChangeAspect="1"/>
          </p:cNvPicPr>
          <p:nvPr/>
        </p:nvPicPr>
        <p:blipFill>
          <a:blip r:embed="rId3"/>
          <a:stretch>
            <a:fillRect/>
          </a:stretch>
        </p:blipFill>
        <p:spPr>
          <a:xfrm>
            <a:off x="3581400" y="9826745"/>
            <a:ext cx="1524000" cy="215660"/>
          </a:xfrm>
          <a:prstGeom prst="rect">
            <a:avLst/>
          </a:prstGeom>
        </p:spPr>
      </p:pic>
      <p:sp>
        <p:nvSpPr>
          <p:cNvPr id="52" name="footer-04 / 09-page"/>
          <p:cNvSpPr>
            <a:spLocks noGrp="1"/>
          </p:cNvSpPr>
          <p:nvPr/>
        </p:nvSpPr>
        <p:spPr>
          <a:xfrm>
            <a:off x="15830550" y="9839325"/>
            <a:ext cx="1047750" cy="19050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05 / 08</a:t>
            </a:r>
            <a:endParaRPr sz="1050" b="1">
              <a:solidFill>
                <a:srgbClr val="738095"/>
              </a:solidFill>
              <a:latin typeface="Arial" panose="020B0604020202090204"/>
              <a:ea typeface="Arial" panose="020B0604020202090204"/>
              <a:cs typeface="Arial" panose="020B0604020202090204"/>
            </a:endParaRPr>
          </a:p>
        </p:txBody>
      </p:sp>
      <p:pic>
        <p:nvPicPr>
          <p:cNvPr id="101" name="Datawhale鲸鱼场景词云-放大"/>
          <p:cNvPicPr>
            <a:picLocks noChangeAspect="1"/>
          </p:cNvPicPr>
          <p:nvPr/>
        </p:nvPicPr>
        <p:blipFill>
          <a:blip r:embed="rId4"/>
          <a:stretch>
            <a:fillRect/>
          </a:stretch>
        </p:blipFill>
        <p:spPr>
          <a:xfrm>
            <a:off x="9610725" y="6457950"/>
            <a:ext cx="5257800" cy="3154680"/>
          </a:xfrm>
          <a:prstGeom prst="rect">
            <a:avLst/>
          </a:prstGeom>
        </p:spPr>
      </p:pic>
      <p:sp>
        <p:nvSpPr>
          <p:cNvPr id="58" name="案例成效对比1"/>
          <p:cNvSpPr>
            <a:spLocks noGrp="1"/>
          </p:cNvSpPr>
          <p:nvPr/>
        </p:nvSpPr>
        <p:spPr>
          <a:xfrm>
            <a:off x="7686675" y="5610225"/>
            <a:ext cx="2143125" cy="333375"/>
          </a:xfrm>
          <a:prstGeom prst="rect">
            <a:avLst/>
          </a:prstGeom>
          <a:noFill/>
          <a:ln w="0">
            <a:noFill/>
          </a:ln>
        </p:spPr>
        <p:txBody>
          <a:bodyPr wrap="none" lIns="0" tIns="0" rIns="0" bIns="0" anchor="ctr">
            <a:noAutofit/>
          </a:bodyPr>
          <a:lstStyle/>
          <a:p>
            <a:pPr>
              <a:lnSpc>
                <a:spcPct val="105000"/>
              </a:lnSpc>
              <a:buNone/>
              <a:defRPr sz="1725" b="0">
                <a:solidFill>
                  <a:srgbClr val="667287"/>
                </a:solidFill>
                <a:latin typeface="PingFang SC" panose="020B0400000000000000" charset="-122"/>
                <a:ea typeface="PingFang SC" panose="020B0400000000000000" charset="-122"/>
                <a:cs typeface="PingFang SC" panose="020B0400000000000000" charset="-122"/>
              </a:defRPr>
            </a:pPr>
            <a:r>
              <a:rPr sz="1725" b="0">
                <a:solidFill>
                  <a:srgbClr val="667287"/>
                </a:solidFill>
                <a:latin typeface="PingFang SC" panose="020B0400000000000000" charset="-122"/>
                <a:ea typeface="PingFang SC" panose="020B0400000000000000" charset="-122"/>
                <a:cs typeface="PingFang SC" panose="020B0400000000000000" charset="-122"/>
              </a:rPr>
              <a:t>材料整理效率提升</a:t>
            </a:r>
            <a:endParaRPr sz="1725"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59" name="案例成效对比2"/>
          <p:cNvSpPr>
            <a:spLocks noGrp="1"/>
          </p:cNvSpPr>
          <p:nvPr/>
        </p:nvSpPr>
        <p:spPr>
          <a:xfrm>
            <a:off x="10134600" y="5610225"/>
            <a:ext cx="2143125" cy="333375"/>
          </a:xfrm>
          <a:prstGeom prst="rect">
            <a:avLst/>
          </a:prstGeom>
          <a:noFill/>
          <a:ln w="0">
            <a:noFill/>
          </a:ln>
        </p:spPr>
        <p:txBody>
          <a:bodyPr wrap="none" lIns="0" tIns="0" rIns="0" bIns="0" anchor="ctr">
            <a:noAutofit/>
          </a:bodyPr>
          <a:lstStyle/>
          <a:p>
            <a:pPr>
              <a:lnSpc>
                <a:spcPct val="105000"/>
              </a:lnSpc>
              <a:buNone/>
              <a:defRPr sz="1725" b="0">
                <a:solidFill>
                  <a:srgbClr val="667287"/>
                </a:solidFill>
                <a:latin typeface="PingFang SC" panose="020B0400000000000000" charset="-122"/>
                <a:ea typeface="PingFang SC" panose="020B0400000000000000" charset="-122"/>
                <a:cs typeface="PingFang SC" panose="020B0400000000000000" charset="-122"/>
              </a:defRPr>
            </a:pPr>
            <a:r>
              <a:rPr sz="1725" b="0">
                <a:solidFill>
                  <a:srgbClr val="667287"/>
                </a:solidFill>
                <a:latin typeface="PingFang SC" panose="020B0400000000000000" charset="-122"/>
                <a:ea typeface="PingFang SC" panose="020B0400000000000000" charset="-122"/>
                <a:cs typeface="PingFang SC" panose="020B0400000000000000" charset="-122"/>
              </a:rPr>
              <a:t>原来需要数天</a:t>
            </a:r>
            <a:endParaRPr sz="1725"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60" name="案例成效对比3"/>
          <p:cNvSpPr>
            <a:spLocks noGrp="1"/>
          </p:cNvSpPr>
          <p:nvPr/>
        </p:nvSpPr>
        <p:spPr>
          <a:xfrm>
            <a:off x="12582525" y="5610225"/>
            <a:ext cx="2143125" cy="333375"/>
          </a:xfrm>
          <a:prstGeom prst="rect">
            <a:avLst/>
          </a:prstGeom>
          <a:noFill/>
          <a:ln w="0">
            <a:noFill/>
          </a:ln>
        </p:spPr>
        <p:txBody>
          <a:bodyPr wrap="none" lIns="0" tIns="0" rIns="0" bIns="0" anchor="ctr">
            <a:noAutofit/>
          </a:bodyPr>
          <a:lstStyle/>
          <a:p>
            <a:pPr>
              <a:lnSpc>
                <a:spcPct val="105000"/>
              </a:lnSpc>
              <a:buNone/>
              <a:defRPr sz="1725" b="0">
                <a:solidFill>
                  <a:srgbClr val="667287"/>
                </a:solidFill>
                <a:latin typeface="PingFang SC" panose="020B0400000000000000" charset="-122"/>
                <a:ea typeface="PingFang SC" panose="020B0400000000000000" charset="-122"/>
                <a:cs typeface="PingFang SC" panose="020B0400000000000000" charset="-122"/>
              </a:defRPr>
            </a:pPr>
            <a:r>
              <a:rPr sz="1725" b="0">
                <a:solidFill>
                  <a:srgbClr val="667287"/>
                </a:solidFill>
                <a:latin typeface="PingFang SC" panose="020B0400000000000000" charset="-122"/>
                <a:ea typeface="PingFang SC" panose="020B0400000000000000" charset="-122"/>
                <a:cs typeface="PingFang SC" panose="020B0400000000000000" charset="-122"/>
              </a:rPr>
              <a:t>原来约15分钟</a:t>
            </a:r>
            <a:endParaRPr sz="1725"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61" name="案例成效对比4"/>
          <p:cNvSpPr>
            <a:spLocks noGrp="1"/>
          </p:cNvSpPr>
          <p:nvPr/>
        </p:nvSpPr>
        <p:spPr>
          <a:xfrm>
            <a:off x="15030450" y="5610225"/>
            <a:ext cx="2143125" cy="333375"/>
          </a:xfrm>
          <a:prstGeom prst="rect">
            <a:avLst/>
          </a:prstGeom>
          <a:noFill/>
          <a:ln w="0">
            <a:noFill/>
          </a:ln>
        </p:spPr>
        <p:txBody>
          <a:bodyPr wrap="none" lIns="0" tIns="0" rIns="0" bIns="0" anchor="ctr">
            <a:noAutofit/>
          </a:bodyPr>
          <a:lstStyle/>
          <a:p>
            <a:pPr>
              <a:lnSpc>
                <a:spcPct val="105000"/>
              </a:lnSpc>
              <a:buNone/>
              <a:defRPr sz="1725" b="0">
                <a:solidFill>
                  <a:srgbClr val="667287"/>
                </a:solidFill>
                <a:latin typeface="PingFang SC" panose="020B0400000000000000" charset="-122"/>
                <a:ea typeface="PingFang SC" panose="020B0400000000000000" charset="-122"/>
                <a:cs typeface="PingFang SC" panose="020B0400000000000000" charset="-122"/>
              </a:defRPr>
            </a:pPr>
            <a:r>
              <a:rPr sz="1725" b="0">
                <a:solidFill>
                  <a:srgbClr val="667287"/>
                </a:solidFill>
                <a:latin typeface="PingFang SC" panose="020B0400000000000000" charset="-122"/>
                <a:ea typeface="PingFang SC" panose="020B0400000000000000" charset="-122"/>
                <a:cs typeface="PingFang SC" panose="020B0400000000000000" charset="-122"/>
              </a:rPr>
              <a:t>原来约5小时</a:t>
            </a:r>
            <a:endParaRPr sz="1725"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62" name="案例成效统计范围"/>
          <p:cNvSpPr>
            <a:spLocks noGrp="1"/>
          </p:cNvSpPr>
          <p:nvPr/>
        </p:nvSpPr>
        <p:spPr>
          <a:xfrm>
            <a:off x="7496175" y="6153150"/>
            <a:ext cx="9791700" cy="304800"/>
          </a:xfrm>
          <a:prstGeom prst="rect">
            <a:avLst/>
          </a:prstGeom>
          <a:noFill/>
          <a:ln w="0">
            <a:noFill/>
          </a:ln>
        </p:spPr>
        <p:txBody>
          <a:bodyPr wrap="none" lIns="0" tIns="0" rIns="0" bIns="0" anchor="ctr">
            <a:noAutofit/>
          </a:bodyPr>
          <a:lstStyle/>
          <a:p>
            <a:pPr>
              <a:lnSpc>
                <a:spcPct val="105000"/>
              </a:lnSpc>
              <a:buNone/>
              <a:defRPr sz="1650" b="0">
                <a:solidFill>
                  <a:srgbClr val="667287"/>
                </a:solidFill>
                <a:latin typeface="PingFang SC" panose="020B0400000000000000" charset="-122"/>
                <a:ea typeface="PingFang SC" panose="020B0400000000000000" charset="-122"/>
                <a:cs typeface="PingFang SC" panose="020B0400000000000000" charset="-122"/>
              </a:defRPr>
            </a:pPr>
            <a:r>
              <a:rPr sz="1650" b="0">
                <a:solidFill>
                  <a:srgbClr val="667287"/>
                </a:solidFill>
                <a:latin typeface="PingFang SC" panose="020B0400000000000000" charset="-122"/>
                <a:ea typeface="PingFang SC" panose="020B0400000000000000" charset="-122"/>
                <a:cs typeface="PingFang SC" panose="020B0400000000000000" charset="-122"/>
              </a:rPr>
              <a:t>以上为各案例披露的阶段结果，并非全部项目的统一效果。</a:t>
            </a:r>
            <a:endParaRPr sz="1650" b="0">
              <a:solidFill>
                <a:srgbClr val="667287"/>
              </a:solidFill>
              <a:latin typeface="PingFang SC" panose="020B0400000000000000" charset="-122"/>
              <a:ea typeface="PingFang SC" panose="020B0400000000000000" charset="-122"/>
              <a:cs typeface="PingFang SC" panose="020B0400000000000000" charset="-122"/>
            </a:endParaRPr>
          </a:p>
        </p:txBody>
      </p:sp>
      <p:pic>
        <p:nvPicPr>
          <p:cNvPr id="5" name="图片 4" descr="2b35b16ab8ca2e98223ce0087fb898e5"/>
          <p:cNvPicPr>
            <a:picLocks noChangeAspect="1"/>
          </p:cNvPicPr>
          <p:nvPr/>
        </p:nvPicPr>
        <p:blipFill>
          <a:blip r:embed="rId5"/>
          <a:stretch>
            <a:fillRect/>
          </a:stretch>
        </p:blipFill>
        <p:spPr>
          <a:xfrm>
            <a:off x="14795500" y="7015480"/>
            <a:ext cx="2492375" cy="24923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A10"/>
        </a:solidFill>
        <a:effectLst/>
      </p:bgPr>
    </p:bg>
    <p:spTree>
      <p:nvGrpSpPr>
        <p:cNvPr id="1" name=""/>
        <p:cNvGrpSpPr/>
        <p:nvPr/>
      </p:nvGrpSpPr>
      <p:grpSpPr/>
      <p:sp>
        <p:nvSpPr>
          <p:cNvPr id="146" name="people-bg"/>
          <p:cNvSpPr>
            <a:spLocks noGrp="1"/>
          </p:cNvSpPr>
          <p:nvPr/>
        </p:nvSpPr>
        <p:spPr>
          <a:xfrm>
            <a:off x="0" y="0"/>
            <a:ext cx="18288000" cy="10287000"/>
          </a:xfrm>
          <a:prstGeom prst="rect">
            <a:avLst/>
          </a:prstGeom>
          <a:solidFill>
            <a:srgbClr val="070A10"/>
          </a:solidFill>
          <a:ln w="0">
            <a:noFill/>
            <a:prstDash val="solid"/>
          </a:ln>
        </p:spPr>
      </p:sp>
      <p:sp>
        <p:nvSpPr>
          <p:cNvPr id="2" name="people-ribbon"/>
          <p:cNvSpPr>
            <a:spLocks noGrp="1"/>
          </p:cNvSpPr>
          <p:nvPr/>
        </p:nvSpPr>
        <p:spPr>
          <a:xfrm>
            <a:off x="0" y="0"/>
            <a:ext cx="6905625" cy="400050"/>
          </a:xfrm>
          <a:prstGeom prst="rect">
            <a:avLst/>
          </a:prstGeom>
          <a:solidFill>
            <a:srgbClr val="A8E92D"/>
          </a:solidFill>
          <a:ln w="0">
            <a:noFill/>
            <a:prstDash val="solid"/>
          </a:ln>
        </p:spPr>
      </p:sp>
      <p:sp>
        <p:nvSpPr>
          <p:cNvPr id="3" name="people-ribbon-tail"/>
          <p:cNvSpPr>
            <a:spLocks noGrp="1"/>
          </p:cNvSpPr>
          <p:nvPr/>
        </p:nvSpPr>
        <p:spPr>
          <a:xfrm>
            <a:off x="6905625" y="0"/>
            <a:ext cx="2238375" cy="76200"/>
          </a:xfrm>
          <a:prstGeom prst="rect">
            <a:avLst/>
          </a:prstGeom>
          <a:solidFill>
            <a:srgbClr val="2E5BFF"/>
          </a:solidFill>
          <a:ln w="0">
            <a:noFill/>
            <a:prstDash val="solid"/>
          </a:ln>
        </p:spPr>
      </p:sp>
      <p:sp>
        <p:nvSpPr>
          <p:cNvPr id="4" name="people-ribbon-text"/>
          <p:cNvSpPr>
            <a:spLocks noGrp="1"/>
          </p:cNvSpPr>
          <p:nvPr/>
        </p:nvSpPr>
        <p:spPr>
          <a:xfrm>
            <a:off x="1123950" y="76200"/>
            <a:ext cx="5048250" cy="266700"/>
          </a:xfrm>
          <a:prstGeom prst="rect">
            <a:avLst/>
          </a:prstGeom>
          <a:noFill/>
          <a:ln w="0">
            <a:noFill/>
            <a:prstDash val="solid"/>
          </a:ln>
        </p:spPr>
        <p:txBody>
          <a:bodyPr wrap="square" lIns="0" tIns="0" rIns="0" bIns="0" anchor="ctr">
            <a:normAutofit/>
          </a:bodyPr>
          <a:lstStyle/>
          <a:p>
            <a:pPr algn="l">
              <a:buNone/>
              <a:defRPr sz="1350" b="1">
                <a:solidFill>
                  <a:srgbClr val="070A10"/>
                </a:solidFill>
                <a:latin typeface="PingFang SC" panose="020B0400000000000000" charset="-122"/>
                <a:ea typeface="PingFang SC" panose="020B0400000000000000" charset="-122"/>
                <a:cs typeface="PingFang SC" panose="020B0400000000000000" charset="-122"/>
              </a:defRPr>
            </a:pPr>
            <a:r>
              <a:rPr sz="1350" b="1">
                <a:solidFill>
                  <a:srgbClr val="070A10"/>
                </a:solidFill>
                <a:latin typeface="PingFang SC" panose="020B0400000000000000" charset="-122"/>
                <a:ea typeface="PingFang SC" panose="020B0400000000000000" charset="-122"/>
                <a:cs typeface="PingFang SC" panose="020B0400000000000000" charset="-122"/>
              </a:rPr>
              <a:t>02 / 03   FDE 100 先锋人物</a:t>
            </a:r>
            <a:endParaRPr sz="1350"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5" name="people-title-count"/>
          <p:cNvSpPr>
            <a:spLocks noGrp="1"/>
          </p:cNvSpPr>
          <p:nvPr/>
        </p:nvSpPr>
        <p:spPr>
          <a:xfrm>
            <a:off x="685800" y="619125"/>
            <a:ext cx="2905125" cy="666750"/>
          </a:xfrm>
          <a:prstGeom prst="rect">
            <a:avLst/>
          </a:prstGeom>
          <a:noFill/>
          <a:ln w="0">
            <a:noFill/>
            <a:prstDash val="solid"/>
          </a:ln>
        </p:spPr>
        <p:txBody>
          <a:bodyPr wrap="square" lIns="0" tIns="0" rIns="0" bIns="0" anchor="ctr">
            <a:normAutofit/>
          </a:bodyPr>
          <a:lstStyle/>
          <a:p>
            <a:pPr algn="l">
              <a:buNone/>
              <a:defRPr sz="3900" b="1">
                <a:solidFill>
                  <a:srgbClr val="A8E92D"/>
                </a:solidFill>
                <a:latin typeface="PingFang SC" panose="020B0400000000000000" charset="-122"/>
                <a:ea typeface="PingFang SC" panose="020B0400000000000000" charset="-122"/>
                <a:cs typeface="PingFang SC" panose="020B0400000000000000" charset="-122"/>
              </a:defRPr>
            </a:pPr>
            <a:r>
              <a:rPr sz="3900" b="1">
                <a:solidFill>
                  <a:srgbClr val="A8E92D"/>
                </a:solidFill>
                <a:latin typeface="PingFang SC" panose="020B0400000000000000" charset="-122"/>
                <a:ea typeface="PingFang SC" panose="020B0400000000000000" charset="-122"/>
                <a:cs typeface="PingFang SC" panose="020B0400000000000000" charset="-122"/>
              </a:rPr>
              <a:t>首批 22 位</a:t>
            </a:r>
            <a:endParaRPr sz="3900" b="1">
              <a:solidFill>
                <a:srgbClr val="A8E92D"/>
              </a:solidFill>
              <a:latin typeface="PingFang SC" panose="020B0400000000000000" charset="-122"/>
              <a:ea typeface="PingFang SC" panose="020B0400000000000000" charset="-122"/>
              <a:cs typeface="PingFang SC" panose="020B0400000000000000" charset="-122"/>
            </a:endParaRPr>
          </a:p>
        </p:txBody>
      </p:sp>
      <p:sp>
        <p:nvSpPr>
          <p:cNvPr id="6" name="people-title"/>
          <p:cNvSpPr>
            <a:spLocks noGrp="1"/>
          </p:cNvSpPr>
          <p:nvPr/>
        </p:nvSpPr>
        <p:spPr>
          <a:xfrm>
            <a:off x="3543300" y="619125"/>
            <a:ext cx="3048000" cy="666750"/>
          </a:xfrm>
          <a:prstGeom prst="rect">
            <a:avLst/>
          </a:prstGeom>
          <a:noFill/>
          <a:ln w="0">
            <a:noFill/>
            <a:prstDash val="solid"/>
          </a:ln>
        </p:spPr>
        <p:txBody>
          <a:bodyPr wrap="square" lIns="0" tIns="0" rIns="0" bIns="0" anchor="ctr">
            <a:normAutofit/>
          </a:bodyPr>
          <a:lstStyle/>
          <a:p>
            <a:pPr algn="l">
              <a:buNone/>
              <a:defRPr sz="3900" b="1">
                <a:solidFill>
                  <a:srgbClr val="FFFFFF"/>
                </a:solidFill>
                <a:latin typeface="PingFang SC" panose="020B0400000000000000" charset="-122"/>
                <a:ea typeface="PingFang SC" panose="020B0400000000000000" charset="-122"/>
                <a:cs typeface="PingFang SC" panose="020B0400000000000000" charset="-122"/>
              </a:defRPr>
            </a:pPr>
            <a:r>
              <a:rPr sz="3900" b="1">
                <a:solidFill>
                  <a:srgbClr val="FFFFFF"/>
                </a:solidFill>
                <a:latin typeface="PingFang SC" panose="020B0400000000000000" charset="-122"/>
                <a:ea typeface="PingFang SC" panose="020B0400000000000000" charset="-122"/>
                <a:cs typeface="PingFang SC" panose="020B0400000000000000" charset="-122"/>
              </a:rPr>
              <a:t>先锋人物</a:t>
            </a:r>
            <a:endParaRPr sz="39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 name="people-rule"/>
          <p:cNvSpPr>
            <a:spLocks noGrp="1"/>
          </p:cNvSpPr>
          <p:nvPr/>
        </p:nvSpPr>
        <p:spPr>
          <a:xfrm>
            <a:off x="9144000" y="695325"/>
            <a:ext cx="8429625" cy="323850"/>
          </a:xfrm>
          <a:prstGeom prst="rect">
            <a:avLst/>
          </a:prstGeom>
          <a:noFill/>
          <a:ln w="0">
            <a:noFill/>
            <a:prstDash val="solid"/>
          </a:ln>
        </p:spPr>
        <p:txBody>
          <a:bodyPr wrap="square" lIns="0" tIns="0" rIns="0" bIns="0" anchor="ctr">
            <a:normAutofit/>
          </a:bodyPr>
          <a:lstStyle/>
          <a:p>
            <a:pPr algn="r">
              <a:buNone/>
              <a:defRPr sz="1800" b="1">
                <a:solidFill>
                  <a:srgbClr val="FFFFFF"/>
                </a:solidFill>
                <a:latin typeface="PingFang SC" panose="020B0400000000000000" charset="-122"/>
                <a:ea typeface="PingFang SC" panose="020B0400000000000000" charset="-122"/>
                <a:cs typeface="PingFang SC" panose="020B0400000000000000" charset="-122"/>
              </a:defRPr>
            </a:pPr>
            <a:r>
              <a:rPr sz="1800" b="1">
                <a:solidFill>
                  <a:srgbClr val="FFFFFF"/>
                </a:solidFill>
                <a:latin typeface="PingFang SC" panose="020B0400000000000000" charset="-122"/>
                <a:ea typeface="PingFang SC" panose="020B0400000000000000" charset="-122"/>
                <a:cs typeface="PingFang SC" panose="020B0400000000000000" charset="-122"/>
              </a:rPr>
              <a:t>从真实项目中识别，以项目成果为依据</a:t>
            </a:r>
            <a:endParaRPr sz="18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 name="people-update"/>
          <p:cNvSpPr>
            <a:spLocks noGrp="1"/>
          </p:cNvSpPr>
          <p:nvPr/>
        </p:nvSpPr>
        <p:spPr>
          <a:xfrm>
            <a:off x="11144250" y="1038225"/>
            <a:ext cx="6429375" cy="285750"/>
          </a:xfrm>
          <a:prstGeom prst="rect">
            <a:avLst/>
          </a:prstGeom>
          <a:noFill/>
          <a:ln w="0">
            <a:noFill/>
            <a:prstDash val="solid"/>
          </a:ln>
        </p:spPr>
        <p:txBody>
          <a:bodyPr wrap="square" lIns="0" tIns="0" rIns="0" bIns="0" anchor="ctr">
            <a:normAutofit/>
          </a:bodyPr>
          <a:lstStyle/>
          <a:p>
            <a:pPr algn="r">
              <a:buNone/>
              <a:defRPr sz="1500" b="0">
                <a:solidFill>
                  <a:srgbClr val="AEB7C4"/>
                </a:solidFill>
                <a:latin typeface="PingFang SC" panose="020B0400000000000000" charset="-122"/>
                <a:ea typeface="PingFang SC" panose="020B0400000000000000" charset="-122"/>
                <a:cs typeface="PingFang SC" panose="020B0400000000000000" charset="-122"/>
              </a:defRPr>
            </a:pPr>
            <a:r>
              <a:rPr sz="1500" b="0">
                <a:solidFill>
                  <a:srgbClr val="AEB7C4"/>
                </a:solidFill>
                <a:latin typeface="PingFang SC" panose="020B0400000000000000" charset="-122"/>
                <a:ea typeface="PingFang SC" panose="020B0400000000000000" charset="-122"/>
                <a:cs typeface="PingFang SC" panose="020B0400000000000000" charset="-122"/>
              </a:rPr>
              <a:t>首批名单，后续持续补充</a:t>
            </a:r>
            <a:endParaRPr sz="1500" b="0">
              <a:solidFill>
                <a:srgbClr val="AEB7C4"/>
              </a:solidFill>
              <a:latin typeface="PingFang SC" panose="020B0400000000000000" charset="-122"/>
              <a:ea typeface="PingFang SC" panose="020B0400000000000000" charset="-122"/>
              <a:cs typeface="PingFang SC" panose="020B0400000000000000" charset="-122"/>
            </a:endParaRPr>
          </a:p>
        </p:txBody>
      </p:sp>
      <p:sp>
        <p:nvSpPr>
          <p:cNvPr id="9" name="people-card-1"/>
          <p:cNvSpPr>
            <a:spLocks noGrp="1"/>
          </p:cNvSpPr>
          <p:nvPr/>
        </p:nvSpPr>
        <p:spPr>
          <a:xfrm>
            <a:off x="685800" y="1619250"/>
            <a:ext cx="1997869" cy="2514600"/>
          </a:xfrm>
          <a:prstGeom prst="rect">
            <a:avLst/>
          </a:prstGeom>
          <a:solidFill>
            <a:srgbClr val="FFFFFF"/>
          </a:solidFill>
          <a:ln w="9525">
            <a:solidFill>
              <a:srgbClr val="263047"/>
            </a:solidFill>
            <a:prstDash val="solid"/>
          </a:ln>
        </p:spPr>
      </p:sp>
      <p:sp>
        <p:nvSpPr>
          <p:cNvPr id="10" name="people-photo-bg-1"/>
          <p:cNvSpPr>
            <a:spLocks noGrp="1"/>
          </p:cNvSpPr>
          <p:nvPr/>
        </p:nvSpPr>
        <p:spPr>
          <a:xfrm>
            <a:off x="695325" y="1628775"/>
            <a:ext cx="1978819" cy="2000250"/>
          </a:xfrm>
          <a:prstGeom prst="rect">
            <a:avLst/>
          </a:prstGeom>
          <a:solidFill>
            <a:srgbClr val="FFFFFF"/>
          </a:solidFill>
          <a:ln w="0">
            <a:noFill/>
            <a:prstDash val="solid"/>
          </a:ln>
        </p:spPr>
      </p:sp>
      <p:pic>
        <p:nvPicPr>
          <p:cNvPr id="181" name="people-portrait-1"/>
          <p:cNvPicPr>
            <a:picLocks noChangeAspect="1"/>
          </p:cNvPicPr>
          <p:nvPr/>
        </p:nvPicPr>
        <p:blipFill>
          <a:blip r:embed="rId1"/>
          <a:srcRect l="13296" t="4258" r="19623" b="41477"/>
          <a:stretch>
            <a:fillRect/>
          </a:stretch>
        </p:blipFill>
        <p:spPr>
          <a:xfrm>
            <a:off x="695325" y="1628775"/>
            <a:ext cx="1978819" cy="2000250"/>
          </a:xfrm>
          <a:prstGeom prst="rect">
            <a:avLst/>
          </a:prstGeom>
        </p:spPr>
      </p:pic>
      <p:sp>
        <p:nvSpPr>
          <p:cNvPr id="12" name="people-name-band-1"/>
          <p:cNvSpPr>
            <a:spLocks noGrp="1"/>
          </p:cNvSpPr>
          <p:nvPr/>
        </p:nvSpPr>
        <p:spPr>
          <a:xfrm>
            <a:off x="695325" y="3629025"/>
            <a:ext cx="1978819" cy="495300"/>
          </a:xfrm>
          <a:prstGeom prst="rect">
            <a:avLst/>
          </a:prstGeom>
          <a:solidFill>
            <a:srgbClr val="F8FAFD"/>
          </a:solidFill>
          <a:ln w="0">
            <a:noFill/>
            <a:prstDash val="solid"/>
          </a:ln>
        </p:spPr>
      </p:sp>
      <p:sp>
        <p:nvSpPr>
          <p:cNvPr id="13" name="people-name-1"/>
          <p:cNvSpPr>
            <a:spLocks noGrp="1"/>
          </p:cNvSpPr>
          <p:nvPr/>
        </p:nvSpPr>
        <p:spPr>
          <a:xfrm>
            <a:off x="762000"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蔡洁如</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4" name="people-accent-1"/>
          <p:cNvSpPr>
            <a:spLocks noGrp="1"/>
          </p:cNvSpPr>
          <p:nvPr/>
        </p:nvSpPr>
        <p:spPr>
          <a:xfrm>
            <a:off x="685800" y="4076700"/>
            <a:ext cx="1997869" cy="57150"/>
          </a:xfrm>
          <a:prstGeom prst="rect">
            <a:avLst/>
          </a:prstGeom>
          <a:solidFill>
            <a:srgbClr val="2E5BFF"/>
          </a:solidFill>
          <a:ln w="0">
            <a:noFill/>
            <a:prstDash val="solid"/>
          </a:ln>
        </p:spPr>
      </p:sp>
      <p:sp>
        <p:nvSpPr>
          <p:cNvPr id="15" name="people-card-2"/>
          <p:cNvSpPr>
            <a:spLocks noGrp="1"/>
          </p:cNvSpPr>
          <p:nvPr/>
        </p:nvSpPr>
        <p:spPr>
          <a:xfrm>
            <a:off x="2817019" y="1619250"/>
            <a:ext cx="1997869" cy="2514600"/>
          </a:xfrm>
          <a:prstGeom prst="rect">
            <a:avLst/>
          </a:prstGeom>
          <a:solidFill>
            <a:srgbClr val="FFFFFF"/>
          </a:solidFill>
          <a:ln w="9525">
            <a:solidFill>
              <a:srgbClr val="263047"/>
            </a:solidFill>
            <a:prstDash val="solid"/>
          </a:ln>
        </p:spPr>
      </p:sp>
      <p:sp>
        <p:nvSpPr>
          <p:cNvPr id="16" name="people-photo-bg-2"/>
          <p:cNvSpPr>
            <a:spLocks noGrp="1"/>
          </p:cNvSpPr>
          <p:nvPr/>
        </p:nvSpPr>
        <p:spPr>
          <a:xfrm>
            <a:off x="2826544" y="1628775"/>
            <a:ext cx="1978819" cy="2000250"/>
          </a:xfrm>
          <a:prstGeom prst="rect">
            <a:avLst/>
          </a:prstGeom>
          <a:solidFill>
            <a:srgbClr val="FFFFFF"/>
          </a:solidFill>
          <a:ln w="0">
            <a:noFill/>
            <a:prstDash val="solid"/>
          </a:ln>
        </p:spPr>
      </p:sp>
      <p:pic>
        <p:nvPicPr>
          <p:cNvPr id="187" name="people-portrait-2"/>
          <p:cNvPicPr>
            <a:picLocks noChangeAspect="1"/>
          </p:cNvPicPr>
          <p:nvPr/>
        </p:nvPicPr>
        <p:blipFill>
          <a:blip r:embed="rId2"/>
          <a:srcRect l="4799" t="5321" r="4246" b="21101"/>
          <a:stretch>
            <a:fillRect/>
          </a:stretch>
        </p:blipFill>
        <p:spPr>
          <a:xfrm>
            <a:off x="2826544" y="1628775"/>
            <a:ext cx="1978819" cy="2000250"/>
          </a:xfrm>
          <a:prstGeom prst="rect">
            <a:avLst/>
          </a:prstGeom>
        </p:spPr>
      </p:pic>
      <p:sp>
        <p:nvSpPr>
          <p:cNvPr id="18" name="people-name-band-2"/>
          <p:cNvSpPr>
            <a:spLocks noGrp="1"/>
          </p:cNvSpPr>
          <p:nvPr/>
        </p:nvSpPr>
        <p:spPr>
          <a:xfrm>
            <a:off x="2826544" y="3629025"/>
            <a:ext cx="1978819" cy="495300"/>
          </a:xfrm>
          <a:prstGeom prst="rect">
            <a:avLst/>
          </a:prstGeom>
          <a:solidFill>
            <a:srgbClr val="F8FAFD"/>
          </a:solidFill>
          <a:ln w="0">
            <a:noFill/>
            <a:prstDash val="solid"/>
          </a:ln>
        </p:spPr>
      </p:sp>
      <p:sp>
        <p:nvSpPr>
          <p:cNvPr id="19" name="people-name-2"/>
          <p:cNvSpPr>
            <a:spLocks noGrp="1"/>
          </p:cNvSpPr>
          <p:nvPr/>
        </p:nvSpPr>
        <p:spPr>
          <a:xfrm>
            <a:off x="2893219"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杜天宇</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20" name="people-accent-2"/>
          <p:cNvSpPr>
            <a:spLocks noGrp="1"/>
          </p:cNvSpPr>
          <p:nvPr/>
        </p:nvSpPr>
        <p:spPr>
          <a:xfrm>
            <a:off x="2817019" y="4076700"/>
            <a:ext cx="1997869" cy="57150"/>
          </a:xfrm>
          <a:prstGeom prst="rect">
            <a:avLst/>
          </a:prstGeom>
          <a:solidFill>
            <a:srgbClr val="A8E92D"/>
          </a:solidFill>
          <a:ln w="0">
            <a:noFill/>
            <a:prstDash val="solid"/>
          </a:ln>
        </p:spPr>
      </p:sp>
      <p:sp>
        <p:nvSpPr>
          <p:cNvPr id="21" name="people-card-3"/>
          <p:cNvSpPr>
            <a:spLocks noGrp="1"/>
          </p:cNvSpPr>
          <p:nvPr/>
        </p:nvSpPr>
        <p:spPr>
          <a:xfrm>
            <a:off x="4948238" y="1619250"/>
            <a:ext cx="1997869" cy="2514600"/>
          </a:xfrm>
          <a:prstGeom prst="rect">
            <a:avLst/>
          </a:prstGeom>
          <a:solidFill>
            <a:srgbClr val="FFFFFF"/>
          </a:solidFill>
          <a:ln w="9525">
            <a:solidFill>
              <a:srgbClr val="263047"/>
            </a:solidFill>
            <a:prstDash val="solid"/>
          </a:ln>
        </p:spPr>
      </p:sp>
      <p:sp>
        <p:nvSpPr>
          <p:cNvPr id="22" name="people-photo-bg-3"/>
          <p:cNvSpPr>
            <a:spLocks noGrp="1"/>
          </p:cNvSpPr>
          <p:nvPr/>
        </p:nvSpPr>
        <p:spPr>
          <a:xfrm>
            <a:off x="4957763" y="1628775"/>
            <a:ext cx="1978819" cy="2000250"/>
          </a:xfrm>
          <a:prstGeom prst="rect">
            <a:avLst/>
          </a:prstGeom>
          <a:solidFill>
            <a:srgbClr val="FFFFFF"/>
          </a:solidFill>
          <a:ln w="0">
            <a:noFill/>
            <a:prstDash val="solid"/>
          </a:ln>
        </p:spPr>
      </p:sp>
      <p:pic>
        <p:nvPicPr>
          <p:cNvPr id="193" name="people-portrait-3"/>
          <p:cNvPicPr>
            <a:picLocks noChangeAspect="1"/>
          </p:cNvPicPr>
          <p:nvPr/>
        </p:nvPicPr>
        <p:blipFill>
          <a:blip r:embed="rId3"/>
          <a:srcRect l="9996" t="4998" r="18465" b="46871"/>
          <a:stretch>
            <a:fillRect/>
          </a:stretch>
        </p:blipFill>
        <p:spPr>
          <a:xfrm>
            <a:off x="4957763" y="1628775"/>
            <a:ext cx="1978819" cy="2000250"/>
          </a:xfrm>
          <a:prstGeom prst="rect">
            <a:avLst/>
          </a:prstGeom>
        </p:spPr>
      </p:pic>
      <p:sp>
        <p:nvSpPr>
          <p:cNvPr id="24" name="people-name-band-3"/>
          <p:cNvSpPr>
            <a:spLocks noGrp="1"/>
          </p:cNvSpPr>
          <p:nvPr/>
        </p:nvSpPr>
        <p:spPr>
          <a:xfrm>
            <a:off x="4957763" y="3629025"/>
            <a:ext cx="1978819" cy="495300"/>
          </a:xfrm>
          <a:prstGeom prst="rect">
            <a:avLst/>
          </a:prstGeom>
          <a:solidFill>
            <a:srgbClr val="F8FAFD"/>
          </a:solidFill>
          <a:ln w="0">
            <a:noFill/>
            <a:prstDash val="solid"/>
          </a:ln>
        </p:spPr>
      </p:sp>
      <p:sp>
        <p:nvSpPr>
          <p:cNvPr id="25" name="people-name-3"/>
          <p:cNvSpPr>
            <a:spLocks noGrp="1"/>
          </p:cNvSpPr>
          <p:nvPr/>
        </p:nvSpPr>
        <p:spPr>
          <a:xfrm>
            <a:off x="5024438"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刘春生</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26" name="people-accent-3"/>
          <p:cNvSpPr>
            <a:spLocks noGrp="1"/>
          </p:cNvSpPr>
          <p:nvPr/>
        </p:nvSpPr>
        <p:spPr>
          <a:xfrm>
            <a:off x="4948238" y="4076700"/>
            <a:ext cx="1997869" cy="57150"/>
          </a:xfrm>
          <a:prstGeom prst="rect">
            <a:avLst/>
          </a:prstGeom>
          <a:solidFill>
            <a:srgbClr val="FF782E"/>
          </a:solidFill>
          <a:ln w="0">
            <a:noFill/>
            <a:prstDash val="solid"/>
          </a:ln>
        </p:spPr>
      </p:sp>
      <p:sp>
        <p:nvSpPr>
          <p:cNvPr id="27" name="people-card-4"/>
          <p:cNvSpPr>
            <a:spLocks noGrp="1"/>
          </p:cNvSpPr>
          <p:nvPr/>
        </p:nvSpPr>
        <p:spPr>
          <a:xfrm>
            <a:off x="7079456" y="1619250"/>
            <a:ext cx="1997869" cy="2514600"/>
          </a:xfrm>
          <a:prstGeom prst="rect">
            <a:avLst/>
          </a:prstGeom>
          <a:solidFill>
            <a:srgbClr val="FFFFFF"/>
          </a:solidFill>
          <a:ln w="9525">
            <a:solidFill>
              <a:srgbClr val="263047"/>
            </a:solidFill>
            <a:prstDash val="solid"/>
          </a:ln>
        </p:spPr>
      </p:sp>
      <p:sp>
        <p:nvSpPr>
          <p:cNvPr id="28" name="people-photo-bg-4"/>
          <p:cNvSpPr>
            <a:spLocks noGrp="1"/>
          </p:cNvSpPr>
          <p:nvPr/>
        </p:nvSpPr>
        <p:spPr>
          <a:xfrm>
            <a:off x="7088981" y="1628775"/>
            <a:ext cx="1978819" cy="2000250"/>
          </a:xfrm>
          <a:prstGeom prst="rect">
            <a:avLst/>
          </a:prstGeom>
          <a:solidFill>
            <a:srgbClr val="FFFFFF"/>
          </a:solidFill>
          <a:ln w="0">
            <a:noFill/>
            <a:prstDash val="solid"/>
          </a:ln>
        </p:spPr>
      </p:sp>
      <p:pic>
        <p:nvPicPr>
          <p:cNvPr id="199" name="people-portrait-4"/>
          <p:cNvPicPr>
            <a:picLocks noChangeAspect="1"/>
          </p:cNvPicPr>
          <p:nvPr/>
        </p:nvPicPr>
        <p:blipFill>
          <a:blip r:embed="rId4"/>
          <a:srcRect l="44548" t="12389" r="36200" b="58419"/>
          <a:stretch>
            <a:fillRect/>
          </a:stretch>
        </p:blipFill>
        <p:spPr>
          <a:xfrm>
            <a:off x="7088981" y="1628775"/>
            <a:ext cx="1978819" cy="2000250"/>
          </a:xfrm>
          <a:prstGeom prst="rect">
            <a:avLst/>
          </a:prstGeom>
        </p:spPr>
      </p:pic>
      <p:sp>
        <p:nvSpPr>
          <p:cNvPr id="30" name="people-name-band-4"/>
          <p:cNvSpPr>
            <a:spLocks noGrp="1"/>
          </p:cNvSpPr>
          <p:nvPr/>
        </p:nvSpPr>
        <p:spPr>
          <a:xfrm>
            <a:off x="7088981" y="3629025"/>
            <a:ext cx="1978819" cy="495300"/>
          </a:xfrm>
          <a:prstGeom prst="rect">
            <a:avLst/>
          </a:prstGeom>
          <a:solidFill>
            <a:srgbClr val="F8FAFD"/>
          </a:solidFill>
          <a:ln w="0">
            <a:noFill/>
            <a:prstDash val="solid"/>
          </a:ln>
        </p:spPr>
      </p:sp>
      <p:sp>
        <p:nvSpPr>
          <p:cNvPr id="31" name="people-name-4"/>
          <p:cNvSpPr>
            <a:spLocks noGrp="1"/>
          </p:cNvSpPr>
          <p:nvPr/>
        </p:nvSpPr>
        <p:spPr>
          <a:xfrm>
            <a:off x="7155656"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毛卫俊</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32" name="people-accent-4"/>
          <p:cNvSpPr>
            <a:spLocks noGrp="1"/>
          </p:cNvSpPr>
          <p:nvPr/>
        </p:nvSpPr>
        <p:spPr>
          <a:xfrm>
            <a:off x="7079456" y="4076700"/>
            <a:ext cx="1997869" cy="57150"/>
          </a:xfrm>
          <a:prstGeom prst="rect">
            <a:avLst/>
          </a:prstGeom>
          <a:solidFill>
            <a:srgbClr val="2E5BFF"/>
          </a:solidFill>
          <a:ln w="0">
            <a:noFill/>
            <a:prstDash val="solid"/>
          </a:ln>
        </p:spPr>
      </p:sp>
      <p:sp>
        <p:nvSpPr>
          <p:cNvPr id="33" name="people-card-5"/>
          <p:cNvSpPr>
            <a:spLocks noGrp="1"/>
          </p:cNvSpPr>
          <p:nvPr/>
        </p:nvSpPr>
        <p:spPr>
          <a:xfrm>
            <a:off x="9210675" y="1619250"/>
            <a:ext cx="1997869" cy="2514600"/>
          </a:xfrm>
          <a:prstGeom prst="rect">
            <a:avLst/>
          </a:prstGeom>
          <a:solidFill>
            <a:srgbClr val="FFFFFF"/>
          </a:solidFill>
          <a:ln w="9525">
            <a:solidFill>
              <a:srgbClr val="263047"/>
            </a:solidFill>
            <a:prstDash val="solid"/>
          </a:ln>
        </p:spPr>
      </p:sp>
      <p:sp>
        <p:nvSpPr>
          <p:cNvPr id="34" name="people-photo-bg-5"/>
          <p:cNvSpPr>
            <a:spLocks noGrp="1"/>
          </p:cNvSpPr>
          <p:nvPr/>
        </p:nvSpPr>
        <p:spPr>
          <a:xfrm>
            <a:off x="9220200" y="1628775"/>
            <a:ext cx="1978819" cy="2000250"/>
          </a:xfrm>
          <a:prstGeom prst="rect">
            <a:avLst/>
          </a:prstGeom>
          <a:solidFill>
            <a:srgbClr val="FFFFFF"/>
          </a:solidFill>
          <a:ln w="0">
            <a:noFill/>
            <a:prstDash val="solid"/>
          </a:ln>
        </p:spPr>
      </p:sp>
      <p:pic>
        <p:nvPicPr>
          <p:cNvPr id="205" name="people-portrait-5"/>
          <p:cNvPicPr>
            <a:picLocks noChangeAspect="1"/>
          </p:cNvPicPr>
          <p:nvPr/>
        </p:nvPicPr>
        <p:blipFill>
          <a:blip r:embed="rId5"/>
          <a:srcRect l="8636" t="6198" r="10857" b="12423"/>
          <a:stretch>
            <a:fillRect/>
          </a:stretch>
        </p:blipFill>
        <p:spPr>
          <a:xfrm>
            <a:off x="9220200" y="1628775"/>
            <a:ext cx="1978819" cy="2000250"/>
          </a:xfrm>
          <a:prstGeom prst="rect">
            <a:avLst/>
          </a:prstGeom>
        </p:spPr>
      </p:pic>
      <p:sp>
        <p:nvSpPr>
          <p:cNvPr id="36" name="people-name-band-5"/>
          <p:cNvSpPr>
            <a:spLocks noGrp="1"/>
          </p:cNvSpPr>
          <p:nvPr/>
        </p:nvSpPr>
        <p:spPr>
          <a:xfrm>
            <a:off x="9220200" y="3629025"/>
            <a:ext cx="1978819" cy="495300"/>
          </a:xfrm>
          <a:prstGeom prst="rect">
            <a:avLst/>
          </a:prstGeom>
          <a:solidFill>
            <a:srgbClr val="F8FAFD"/>
          </a:solidFill>
          <a:ln w="0">
            <a:noFill/>
            <a:prstDash val="solid"/>
          </a:ln>
        </p:spPr>
      </p:sp>
      <p:sp>
        <p:nvSpPr>
          <p:cNvPr id="37" name="people-name-5"/>
          <p:cNvSpPr>
            <a:spLocks noGrp="1"/>
          </p:cNvSpPr>
          <p:nvPr/>
        </p:nvSpPr>
        <p:spPr>
          <a:xfrm>
            <a:off x="9286875"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潘俊杰</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38" name="people-accent-5"/>
          <p:cNvSpPr>
            <a:spLocks noGrp="1"/>
          </p:cNvSpPr>
          <p:nvPr/>
        </p:nvSpPr>
        <p:spPr>
          <a:xfrm>
            <a:off x="9210675" y="4076700"/>
            <a:ext cx="1997869" cy="57150"/>
          </a:xfrm>
          <a:prstGeom prst="rect">
            <a:avLst/>
          </a:prstGeom>
          <a:solidFill>
            <a:srgbClr val="A8E92D"/>
          </a:solidFill>
          <a:ln w="0">
            <a:noFill/>
            <a:prstDash val="solid"/>
          </a:ln>
        </p:spPr>
      </p:sp>
      <p:sp>
        <p:nvSpPr>
          <p:cNvPr id="39" name="people-card-6"/>
          <p:cNvSpPr>
            <a:spLocks noGrp="1"/>
          </p:cNvSpPr>
          <p:nvPr/>
        </p:nvSpPr>
        <p:spPr>
          <a:xfrm>
            <a:off x="11341894" y="1619250"/>
            <a:ext cx="1997869" cy="2514600"/>
          </a:xfrm>
          <a:prstGeom prst="rect">
            <a:avLst/>
          </a:prstGeom>
          <a:solidFill>
            <a:srgbClr val="FFFFFF"/>
          </a:solidFill>
          <a:ln w="9525">
            <a:solidFill>
              <a:srgbClr val="263047"/>
            </a:solidFill>
            <a:prstDash val="solid"/>
          </a:ln>
        </p:spPr>
      </p:sp>
      <p:sp>
        <p:nvSpPr>
          <p:cNvPr id="40" name="people-photo-bg-6"/>
          <p:cNvSpPr>
            <a:spLocks noGrp="1"/>
          </p:cNvSpPr>
          <p:nvPr/>
        </p:nvSpPr>
        <p:spPr>
          <a:xfrm>
            <a:off x="11351419" y="1628775"/>
            <a:ext cx="1978819" cy="2000250"/>
          </a:xfrm>
          <a:prstGeom prst="rect">
            <a:avLst/>
          </a:prstGeom>
          <a:solidFill>
            <a:srgbClr val="FFFFFF"/>
          </a:solidFill>
          <a:ln w="0">
            <a:noFill/>
            <a:prstDash val="solid"/>
          </a:ln>
        </p:spPr>
      </p:sp>
      <p:pic>
        <p:nvPicPr>
          <p:cNvPr id="211" name="people-portrait-6"/>
          <p:cNvPicPr>
            <a:picLocks noChangeAspect="1"/>
          </p:cNvPicPr>
          <p:nvPr/>
        </p:nvPicPr>
        <p:blipFill>
          <a:blip r:embed="rId6"/>
          <a:srcRect l="13615" t="9982" r="10577" b="46891"/>
          <a:stretch>
            <a:fillRect/>
          </a:stretch>
        </p:blipFill>
        <p:spPr>
          <a:xfrm>
            <a:off x="11351419" y="1628775"/>
            <a:ext cx="1978819" cy="2000250"/>
          </a:xfrm>
          <a:prstGeom prst="rect">
            <a:avLst/>
          </a:prstGeom>
        </p:spPr>
      </p:pic>
      <p:sp>
        <p:nvSpPr>
          <p:cNvPr id="42" name="people-name-band-6"/>
          <p:cNvSpPr>
            <a:spLocks noGrp="1"/>
          </p:cNvSpPr>
          <p:nvPr/>
        </p:nvSpPr>
        <p:spPr>
          <a:xfrm>
            <a:off x="11351419" y="3629025"/>
            <a:ext cx="1978819" cy="495300"/>
          </a:xfrm>
          <a:prstGeom prst="rect">
            <a:avLst/>
          </a:prstGeom>
          <a:solidFill>
            <a:srgbClr val="F8FAFD"/>
          </a:solidFill>
          <a:ln w="0">
            <a:noFill/>
            <a:prstDash val="solid"/>
          </a:ln>
        </p:spPr>
      </p:sp>
      <p:sp>
        <p:nvSpPr>
          <p:cNvPr id="43" name="people-name-6"/>
          <p:cNvSpPr>
            <a:spLocks noGrp="1"/>
          </p:cNvSpPr>
          <p:nvPr/>
        </p:nvSpPr>
        <p:spPr>
          <a:xfrm>
            <a:off x="11418094"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十页</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44" name="people-accent-6"/>
          <p:cNvSpPr>
            <a:spLocks noGrp="1"/>
          </p:cNvSpPr>
          <p:nvPr/>
        </p:nvSpPr>
        <p:spPr>
          <a:xfrm>
            <a:off x="11341894" y="4076700"/>
            <a:ext cx="1997869" cy="57150"/>
          </a:xfrm>
          <a:prstGeom prst="rect">
            <a:avLst/>
          </a:prstGeom>
          <a:solidFill>
            <a:srgbClr val="FF782E"/>
          </a:solidFill>
          <a:ln w="0">
            <a:noFill/>
            <a:prstDash val="solid"/>
          </a:ln>
        </p:spPr>
      </p:sp>
      <p:sp>
        <p:nvSpPr>
          <p:cNvPr id="45" name="people-card-7"/>
          <p:cNvSpPr>
            <a:spLocks noGrp="1"/>
          </p:cNvSpPr>
          <p:nvPr/>
        </p:nvSpPr>
        <p:spPr>
          <a:xfrm>
            <a:off x="13473113" y="1619250"/>
            <a:ext cx="1997869" cy="2514600"/>
          </a:xfrm>
          <a:prstGeom prst="rect">
            <a:avLst/>
          </a:prstGeom>
          <a:solidFill>
            <a:srgbClr val="FFFFFF"/>
          </a:solidFill>
          <a:ln w="9525">
            <a:solidFill>
              <a:srgbClr val="263047"/>
            </a:solidFill>
            <a:prstDash val="solid"/>
          </a:ln>
        </p:spPr>
      </p:sp>
      <p:sp>
        <p:nvSpPr>
          <p:cNvPr id="46" name="people-photo-bg-7"/>
          <p:cNvSpPr>
            <a:spLocks noGrp="1"/>
          </p:cNvSpPr>
          <p:nvPr/>
        </p:nvSpPr>
        <p:spPr>
          <a:xfrm>
            <a:off x="13482638" y="1628775"/>
            <a:ext cx="1978819" cy="2000250"/>
          </a:xfrm>
          <a:prstGeom prst="rect">
            <a:avLst/>
          </a:prstGeom>
          <a:solidFill>
            <a:srgbClr val="FFFFFF"/>
          </a:solidFill>
          <a:ln w="0">
            <a:noFill/>
            <a:prstDash val="solid"/>
          </a:ln>
        </p:spPr>
      </p:sp>
      <p:pic>
        <p:nvPicPr>
          <p:cNvPr id="217" name="people-portrait-7"/>
          <p:cNvPicPr>
            <a:picLocks noChangeAspect="1"/>
          </p:cNvPicPr>
          <p:nvPr/>
        </p:nvPicPr>
        <p:blipFill>
          <a:blip r:embed="rId7"/>
          <a:srcRect t="640" b="20352"/>
          <a:stretch>
            <a:fillRect/>
          </a:stretch>
        </p:blipFill>
        <p:spPr>
          <a:xfrm>
            <a:off x="13637812" y="1628775"/>
            <a:ext cx="1805660" cy="2000250"/>
          </a:xfrm>
          <a:prstGeom prst="rect">
            <a:avLst/>
          </a:prstGeom>
        </p:spPr>
      </p:pic>
      <p:sp>
        <p:nvSpPr>
          <p:cNvPr id="48" name="people-name-band-7"/>
          <p:cNvSpPr>
            <a:spLocks noGrp="1"/>
          </p:cNvSpPr>
          <p:nvPr/>
        </p:nvSpPr>
        <p:spPr>
          <a:xfrm>
            <a:off x="13482638" y="3629025"/>
            <a:ext cx="1978819" cy="495300"/>
          </a:xfrm>
          <a:prstGeom prst="rect">
            <a:avLst/>
          </a:prstGeom>
          <a:solidFill>
            <a:srgbClr val="F8FAFD"/>
          </a:solidFill>
          <a:ln w="0">
            <a:noFill/>
            <a:prstDash val="solid"/>
          </a:ln>
        </p:spPr>
      </p:sp>
      <p:sp>
        <p:nvSpPr>
          <p:cNvPr id="49" name="people-name-7"/>
          <p:cNvSpPr>
            <a:spLocks noGrp="1"/>
          </p:cNvSpPr>
          <p:nvPr/>
        </p:nvSpPr>
        <p:spPr>
          <a:xfrm>
            <a:off x="13549313"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孙斌</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50" name="people-accent-7"/>
          <p:cNvSpPr>
            <a:spLocks noGrp="1"/>
          </p:cNvSpPr>
          <p:nvPr/>
        </p:nvSpPr>
        <p:spPr>
          <a:xfrm>
            <a:off x="13473113" y="4076700"/>
            <a:ext cx="1997869" cy="57150"/>
          </a:xfrm>
          <a:prstGeom prst="rect">
            <a:avLst/>
          </a:prstGeom>
          <a:solidFill>
            <a:srgbClr val="2E5BFF"/>
          </a:solidFill>
          <a:ln w="0">
            <a:noFill/>
            <a:prstDash val="solid"/>
          </a:ln>
        </p:spPr>
      </p:sp>
      <p:sp>
        <p:nvSpPr>
          <p:cNvPr id="51" name="people-card-8"/>
          <p:cNvSpPr>
            <a:spLocks noGrp="1"/>
          </p:cNvSpPr>
          <p:nvPr/>
        </p:nvSpPr>
        <p:spPr>
          <a:xfrm>
            <a:off x="15604331" y="1619250"/>
            <a:ext cx="1997869" cy="2514600"/>
          </a:xfrm>
          <a:prstGeom prst="rect">
            <a:avLst/>
          </a:prstGeom>
          <a:solidFill>
            <a:srgbClr val="FFFFFF"/>
          </a:solidFill>
          <a:ln w="9525">
            <a:solidFill>
              <a:srgbClr val="263047"/>
            </a:solidFill>
            <a:prstDash val="solid"/>
          </a:ln>
        </p:spPr>
      </p:sp>
      <p:sp>
        <p:nvSpPr>
          <p:cNvPr id="52" name="people-photo-bg-8"/>
          <p:cNvSpPr>
            <a:spLocks noGrp="1"/>
          </p:cNvSpPr>
          <p:nvPr/>
        </p:nvSpPr>
        <p:spPr>
          <a:xfrm>
            <a:off x="15613856" y="1628775"/>
            <a:ext cx="1978819" cy="2000250"/>
          </a:xfrm>
          <a:prstGeom prst="rect">
            <a:avLst/>
          </a:prstGeom>
          <a:solidFill>
            <a:srgbClr val="E0E8EB"/>
          </a:solidFill>
          <a:ln w="0">
            <a:noFill/>
            <a:prstDash val="solid"/>
          </a:ln>
        </p:spPr>
      </p:sp>
      <p:pic>
        <p:nvPicPr>
          <p:cNvPr id="223" name="people-portrait-8"/>
          <p:cNvPicPr>
            <a:picLocks noChangeAspect="1"/>
          </p:cNvPicPr>
          <p:nvPr/>
        </p:nvPicPr>
        <p:blipFill>
          <a:blip r:embed="rId8"/>
          <a:srcRect l="26548" r="16191" b="55381"/>
          <a:stretch>
            <a:fillRect/>
          </a:stretch>
        </p:blipFill>
        <p:spPr>
          <a:xfrm>
            <a:off x="15613856" y="1698108"/>
            <a:ext cx="1978819" cy="1930917"/>
          </a:xfrm>
          <a:prstGeom prst="rect">
            <a:avLst/>
          </a:prstGeom>
        </p:spPr>
      </p:pic>
      <p:sp>
        <p:nvSpPr>
          <p:cNvPr id="54" name="people-name-band-8"/>
          <p:cNvSpPr>
            <a:spLocks noGrp="1"/>
          </p:cNvSpPr>
          <p:nvPr/>
        </p:nvSpPr>
        <p:spPr>
          <a:xfrm>
            <a:off x="15613856" y="3629025"/>
            <a:ext cx="1978819" cy="495300"/>
          </a:xfrm>
          <a:prstGeom prst="rect">
            <a:avLst/>
          </a:prstGeom>
          <a:solidFill>
            <a:srgbClr val="F8FAFD"/>
          </a:solidFill>
          <a:ln w="0">
            <a:noFill/>
            <a:prstDash val="solid"/>
          </a:ln>
        </p:spPr>
      </p:sp>
      <p:sp>
        <p:nvSpPr>
          <p:cNvPr id="55" name="people-name-8"/>
          <p:cNvSpPr>
            <a:spLocks noGrp="1"/>
          </p:cNvSpPr>
          <p:nvPr/>
        </p:nvSpPr>
        <p:spPr>
          <a:xfrm>
            <a:off x="15680531" y="36957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跳舞</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56" name="people-accent-8"/>
          <p:cNvSpPr>
            <a:spLocks noGrp="1"/>
          </p:cNvSpPr>
          <p:nvPr/>
        </p:nvSpPr>
        <p:spPr>
          <a:xfrm>
            <a:off x="15604331" y="4076700"/>
            <a:ext cx="1997869" cy="57150"/>
          </a:xfrm>
          <a:prstGeom prst="rect">
            <a:avLst/>
          </a:prstGeom>
          <a:solidFill>
            <a:srgbClr val="A8E92D"/>
          </a:solidFill>
          <a:ln w="0">
            <a:noFill/>
            <a:prstDash val="solid"/>
          </a:ln>
        </p:spPr>
      </p:sp>
      <p:sp>
        <p:nvSpPr>
          <p:cNvPr id="57" name="people-card-9"/>
          <p:cNvSpPr>
            <a:spLocks noGrp="1"/>
          </p:cNvSpPr>
          <p:nvPr/>
        </p:nvSpPr>
        <p:spPr>
          <a:xfrm>
            <a:off x="1751409" y="4267200"/>
            <a:ext cx="1997869" cy="2514600"/>
          </a:xfrm>
          <a:prstGeom prst="rect">
            <a:avLst/>
          </a:prstGeom>
          <a:solidFill>
            <a:srgbClr val="FFFFFF"/>
          </a:solidFill>
          <a:ln w="9525">
            <a:solidFill>
              <a:srgbClr val="263047"/>
            </a:solidFill>
            <a:prstDash val="solid"/>
          </a:ln>
        </p:spPr>
      </p:sp>
      <p:sp>
        <p:nvSpPr>
          <p:cNvPr id="58" name="people-photo-bg-9"/>
          <p:cNvSpPr>
            <a:spLocks noGrp="1"/>
          </p:cNvSpPr>
          <p:nvPr/>
        </p:nvSpPr>
        <p:spPr>
          <a:xfrm>
            <a:off x="1760934" y="4276725"/>
            <a:ext cx="1978819" cy="2000250"/>
          </a:xfrm>
          <a:prstGeom prst="rect">
            <a:avLst/>
          </a:prstGeom>
          <a:solidFill>
            <a:srgbClr val="FFFFFF"/>
          </a:solidFill>
          <a:ln w="0">
            <a:noFill/>
            <a:prstDash val="solid"/>
          </a:ln>
        </p:spPr>
      </p:sp>
      <p:pic>
        <p:nvPicPr>
          <p:cNvPr id="229" name="people-portrait-9"/>
          <p:cNvPicPr>
            <a:picLocks noChangeAspect="1"/>
          </p:cNvPicPr>
          <p:nvPr/>
        </p:nvPicPr>
        <p:blipFill>
          <a:blip r:embed="rId9"/>
          <a:srcRect l="33639" t="552" r="41661" b="61997"/>
          <a:stretch>
            <a:fillRect/>
          </a:stretch>
        </p:blipFill>
        <p:spPr>
          <a:xfrm>
            <a:off x="1760934" y="4276725"/>
            <a:ext cx="1978819" cy="2000250"/>
          </a:xfrm>
          <a:prstGeom prst="rect">
            <a:avLst/>
          </a:prstGeom>
        </p:spPr>
      </p:pic>
      <p:sp>
        <p:nvSpPr>
          <p:cNvPr id="60" name="people-name-band-9"/>
          <p:cNvSpPr>
            <a:spLocks noGrp="1"/>
          </p:cNvSpPr>
          <p:nvPr/>
        </p:nvSpPr>
        <p:spPr>
          <a:xfrm>
            <a:off x="1760934" y="6276975"/>
            <a:ext cx="1978819" cy="495300"/>
          </a:xfrm>
          <a:prstGeom prst="rect">
            <a:avLst/>
          </a:prstGeom>
          <a:solidFill>
            <a:srgbClr val="F8FAFD"/>
          </a:solidFill>
          <a:ln w="0">
            <a:noFill/>
            <a:prstDash val="solid"/>
          </a:ln>
        </p:spPr>
      </p:sp>
      <p:sp>
        <p:nvSpPr>
          <p:cNvPr id="61" name="people-name-9"/>
          <p:cNvSpPr>
            <a:spLocks noGrp="1"/>
          </p:cNvSpPr>
          <p:nvPr/>
        </p:nvSpPr>
        <p:spPr>
          <a:xfrm>
            <a:off x="1827609"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王斐</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62" name="people-accent-9"/>
          <p:cNvSpPr>
            <a:spLocks noGrp="1"/>
          </p:cNvSpPr>
          <p:nvPr/>
        </p:nvSpPr>
        <p:spPr>
          <a:xfrm>
            <a:off x="1751409" y="6724650"/>
            <a:ext cx="1997869" cy="57150"/>
          </a:xfrm>
          <a:prstGeom prst="rect">
            <a:avLst/>
          </a:prstGeom>
          <a:solidFill>
            <a:srgbClr val="FF782E"/>
          </a:solidFill>
          <a:ln w="0">
            <a:noFill/>
            <a:prstDash val="solid"/>
          </a:ln>
        </p:spPr>
      </p:sp>
      <p:sp>
        <p:nvSpPr>
          <p:cNvPr id="63" name="people-card-10"/>
          <p:cNvSpPr>
            <a:spLocks noGrp="1"/>
          </p:cNvSpPr>
          <p:nvPr/>
        </p:nvSpPr>
        <p:spPr>
          <a:xfrm>
            <a:off x="3882628" y="4267200"/>
            <a:ext cx="1997869" cy="2514600"/>
          </a:xfrm>
          <a:prstGeom prst="rect">
            <a:avLst/>
          </a:prstGeom>
          <a:solidFill>
            <a:srgbClr val="FFFFFF"/>
          </a:solidFill>
          <a:ln w="9525">
            <a:solidFill>
              <a:srgbClr val="263047"/>
            </a:solidFill>
            <a:prstDash val="solid"/>
          </a:ln>
        </p:spPr>
      </p:sp>
      <p:sp>
        <p:nvSpPr>
          <p:cNvPr id="64" name="people-photo-bg-10"/>
          <p:cNvSpPr>
            <a:spLocks noGrp="1"/>
          </p:cNvSpPr>
          <p:nvPr/>
        </p:nvSpPr>
        <p:spPr>
          <a:xfrm>
            <a:off x="3892153" y="4276725"/>
            <a:ext cx="1978819" cy="2000250"/>
          </a:xfrm>
          <a:prstGeom prst="rect">
            <a:avLst/>
          </a:prstGeom>
          <a:solidFill>
            <a:srgbClr val="FFFFFF"/>
          </a:solidFill>
          <a:ln w="0">
            <a:noFill/>
            <a:prstDash val="solid"/>
          </a:ln>
        </p:spPr>
      </p:sp>
      <p:pic>
        <p:nvPicPr>
          <p:cNvPr id="235" name="people-portrait-10"/>
          <p:cNvPicPr>
            <a:picLocks noChangeAspect="1"/>
          </p:cNvPicPr>
          <p:nvPr/>
        </p:nvPicPr>
        <p:blipFill>
          <a:blip r:embed="rId10"/>
          <a:srcRect l="4632" t="6348" r="7846" b="27299"/>
          <a:stretch>
            <a:fillRect/>
          </a:stretch>
        </p:blipFill>
        <p:spPr>
          <a:xfrm>
            <a:off x="3892153" y="4276725"/>
            <a:ext cx="1978819" cy="2000250"/>
          </a:xfrm>
          <a:prstGeom prst="rect">
            <a:avLst/>
          </a:prstGeom>
        </p:spPr>
      </p:pic>
      <p:sp>
        <p:nvSpPr>
          <p:cNvPr id="66" name="people-name-band-10"/>
          <p:cNvSpPr>
            <a:spLocks noGrp="1"/>
          </p:cNvSpPr>
          <p:nvPr/>
        </p:nvSpPr>
        <p:spPr>
          <a:xfrm>
            <a:off x="3892153" y="6276975"/>
            <a:ext cx="1978819" cy="495300"/>
          </a:xfrm>
          <a:prstGeom prst="rect">
            <a:avLst/>
          </a:prstGeom>
          <a:solidFill>
            <a:srgbClr val="F8FAFD"/>
          </a:solidFill>
          <a:ln w="0">
            <a:noFill/>
            <a:prstDash val="solid"/>
          </a:ln>
        </p:spPr>
      </p:sp>
      <p:sp>
        <p:nvSpPr>
          <p:cNvPr id="67" name="people-name-10"/>
          <p:cNvSpPr>
            <a:spLocks noGrp="1"/>
          </p:cNvSpPr>
          <p:nvPr/>
        </p:nvSpPr>
        <p:spPr>
          <a:xfrm>
            <a:off x="3958828"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王一棵</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68" name="people-accent-10"/>
          <p:cNvSpPr>
            <a:spLocks noGrp="1"/>
          </p:cNvSpPr>
          <p:nvPr/>
        </p:nvSpPr>
        <p:spPr>
          <a:xfrm>
            <a:off x="3882628" y="6724650"/>
            <a:ext cx="1997869" cy="57150"/>
          </a:xfrm>
          <a:prstGeom prst="rect">
            <a:avLst/>
          </a:prstGeom>
          <a:solidFill>
            <a:srgbClr val="2E5BFF"/>
          </a:solidFill>
          <a:ln w="0">
            <a:noFill/>
            <a:prstDash val="solid"/>
          </a:ln>
        </p:spPr>
      </p:sp>
      <p:sp>
        <p:nvSpPr>
          <p:cNvPr id="69" name="people-card-11"/>
          <p:cNvSpPr>
            <a:spLocks noGrp="1"/>
          </p:cNvSpPr>
          <p:nvPr/>
        </p:nvSpPr>
        <p:spPr>
          <a:xfrm>
            <a:off x="6013847" y="4267200"/>
            <a:ext cx="1997869" cy="2514600"/>
          </a:xfrm>
          <a:prstGeom prst="rect">
            <a:avLst/>
          </a:prstGeom>
          <a:solidFill>
            <a:srgbClr val="FFFFFF"/>
          </a:solidFill>
          <a:ln w="9525">
            <a:solidFill>
              <a:srgbClr val="263047"/>
            </a:solidFill>
            <a:prstDash val="solid"/>
          </a:ln>
        </p:spPr>
      </p:sp>
      <p:sp>
        <p:nvSpPr>
          <p:cNvPr id="70" name="people-photo-bg-11"/>
          <p:cNvSpPr>
            <a:spLocks noGrp="1"/>
          </p:cNvSpPr>
          <p:nvPr/>
        </p:nvSpPr>
        <p:spPr>
          <a:xfrm>
            <a:off x="6023372" y="4276725"/>
            <a:ext cx="1978819" cy="2000250"/>
          </a:xfrm>
          <a:prstGeom prst="rect">
            <a:avLst/>
          </a:prstGeom>
          <a:solidFill>
            <a:srgbClr val="FFFFFF"/>
          </a:solidFill>
          <a:ln w="0">
            <a:noFill/>
            <a:prstDash val="solid"/>
          </a:ln>
        </p:spPr>
      </p:sp>
      <p:pic>
        <p:nvPicPr>
          <p:cNvPr id="241" name="people-portrait-11"/>
          <p:cNvPicPr>
            <a:picLocks noChangeAspect="1"/>
          </p:cNvPicPr>
          <p:nvPr/>
        </p:nvPicPr>
        <p:blipFill>
          <a:blip r:embed="rId11"/>
          <a:srcRect l="24476" t="781" r="29074" b="52266"/>
          <a:stretch>
            <a:fillRect/>
          </a:stretch>
        </p:blipFill>
        <p:spPr>
          <a:xfrm>
            <a:off x="6023372" y="4276725"/>
            <a:ext cx="1978819" cy="2000250"/>
          </a:xfrm>
          <a:prstGeom prst="rect">
            <a:avLst/>
          </a:prstGeom>
        </p:spPr>
      </p:pic>
      <p:sp>
        <p:nvSpPr>
          <p:cNvPr id="72" name="people-name-band-11"/>
          <p:cNvSpPr>
            <a:spLocks noGrp="1"/>
          </p:cNvSpPr>
          <p:nvPr/>
        </p:nvSpPr>
        <p:spPr>
          <a:xfrm>
            <a:off x="6023372" y="6276975"/>
            <a:ext cx="1978819" cy="495300"/>
          </a:xfrm>
          <a:prstGeom prst="rect">
            <a:avLst/>
          </a:prstGeom>
          <a:solidFill>
            <a:srgbClr val="F8FAFD"/>
          </a:solidFill>
          <a:ln w="0">
            <a:noFill/>
            <a:prstDash val="solid"/>
          </a:ln>
        </p:spPr>
      </p:sp>
      <p:sp>
        <p:nvSpPr>
          <p:cNvPr id="73" name="people-name-11"/>
          <p:cNvSpPr>
            <a:spLocks noGrp="1"/>
          </p:cNvSpPr>
          <p:nvPr/>
        </p:nvSpPr>
        <p:spPr>
          <a:xfrm>
            <a:off x="6090047"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谢尧</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74" name="people-accent-11"/>
          <p:cNvSpPr>
            <a:spLocks noGrp="1"/>
          </p:cNvSpPr>
          <p:nvPr/>
        </p:nvSpPr>
        <p:spPr>
          <a:xfrm>
            <a:off x="6013847" y="6724650"/>
            <a:ext cx="1997869" cy="57150"/>
          </a:xfrm>
          <a:prstGeom prst="rect">
            <a:avLst/>
          </a:prstGeom>
          <a:solidFill>
            <a:srgbClr val="A8E92D"/>
          </a:solidFill>
          <a:ln w="0">
            <a:noFill/>
            <a:prstDash val="solid"/>
          </a:ln>
        </p:spPr>
      </p:sp>
      <p:sp>
        <p:nvSpPr>
          <p:cNvPr id="75" name="people-card-12"/>
          <p:cNvSpPr>
            <a:spLocks noGrp="1"/>
          </p:cNvSpPr>
          <p:nvPr/>
        </p:nvSpPr>
        <p:spPr>
          <a:xfrm>
            <a:off x="8145066" y="4267200"/>
            <a:ext cx="1997869" cy="2514600"/>
          </a:xfrm>
          <a:prstGeom prst="rect">
            <a:avLst/>
          </a:prstGeom>
          <a:solidFill>
            <a:srgbClr val="FFFFFF"/>
          </a:solidFill>
          <a:ln w="9525">
            <a:solidFill>
              <a:srgbClr val="263047"/>
            </a:solidFill>
            <a:prstDash val="solid"/>
          </a:ln>
        </p:spPr>
      </p:sp>
      <p:sp>
        <p:nvSpPr>
          <p:cNvPr id="76" name="people-photo-bg-12"/>
          <p:cNvSpPr>
            <a:spLocks noGrp="1"/>
          </p:cNvSpPr>
          <p:nvPr/>
        </p:nvSpPr>
        <p:spPr>
          <a:xfrm>
            <a:off x="8154591" y="4276725"/>
            <a:ext cx="1978819" cy="2000250"/>
          </a:xfrm>
          <a:prstGeom prst="rect">
            <a:avLst/>
          </a:prstGeom>
          <a:solidFill>
            <a:srgbClr val="FFFFFF"/>
          </a:solidFill>
          <a:ln w="0">
            <a:noFill/>
            <a:prstDash val="solid"/>
          </a:ln>
        </p:spPr>
      </p:sp>
      <p:pic>
        <p:nvPicPr>
          <p:cNvPr id="247" name="people-portrait-12"/>
          <p:cNvPicPr>
            <a:picLocks noChangeAspect="1"/>
          </p:cNvPicPr>
          <p:nvPr/>
        </p:nvPicPr>
        <p:blipFill>
          <a:blip r:embed="rId12"/>
          <a:srcRect l="18055" t="7528" r="18114" b="49457"/>
          <a:stretch>
            <a:fillRect/>
          </a:stretch>
        </p:blipFill>
        <p:spPr>
          <a:xfrm>
            <a:off x="8154591" y="4276725"/>
            <a:ext cx="1978819" cy="2000250"/>
          </a:xfrm>
          <a:prstGeom prst="rect">
            <a:avLst/>
          </a:prstGeom>
        </p:spPr>
      </p:pic>
      <p:sp>
        <p:nvSpPr>
          <p:cNvPr id="78" name="people-name-band-12"/>
          <p:cNvSpPr>
            <a:spLocks noGrp="1"/>
          </p:cNvSpPr>
          <p:nvPr/>
        </p:nvSpPr>
        <p:spPr>
          <a:xfrm>
            <a:off x="8154591" y="6276975"/>
            <a:ext cx="1978819" cy="495300"/>
          </a:xfrm>
          <a:prstGeom prst="rect">
            <a:avLst/>
          </a:prstGeom>
          <a:solidFill>
            <a:srgbClr val="F8FAFD"/>
          </a:solidFill>
          <a:ln w="0">
            <a:noFill/>
            <a:prstDash val="solid"/>
          </a:ln>
        </p:spPr>
      </p:sp>
      <p:sp>
        <p:nvSpPr>
          <p:cNvPr id="79" name="people-name-12"/>
          <p:cNvSpPr>
            <a:spLocks noGrp="1"/>
          </p:cNvSpPr>
          <p:nvPr/>
        </p:nvSpPr>
        <p:spPr>
          <a:xfrm>
            <a:off x="8221266"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俞昊晟</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80" name="people-accent-12"/>
          <p:cNvSpPr>
            <a:spLocks noGrp="1"/>
          </p:cNvSpPr>
          <p:nvPr/>
        </p:nvSpPr>
        <p:spPr>
          <a:xfrm>
            <a:off x="8145066" y="6724650"/>
            <a:ext cx="1997869" cy="57150"/>
          </a:xfrm>
          <a:prstGeom prst="rect">
            <a:avLst/>
          </a:prstGeom>
          <a:solidFill>
            <a:srgbClr val="FF782E"/>
          </a:solidFill>
          <a:ln w="0">
            <a:noFill/>
            <a:prstDash val="solid"/>
          </a:ln>
        </p:spPr>
      </p:sp>
      <p:sp>
        <p:nvSpPr>
          <p:cNvPr id="81" name="people-card-13"/>
          <p:cNvSpPr>
            <a:spLocks noGrp="1"/>
          </p:cNvSpPr>
          <p:nvPr/>
        </p:nvSpPr>
        <p:spPr>
          <a:xfrm>
            <a:off x="10276284" y="4267200"/>
            <a:ext cx="1997869" cy="2514600"/>
          </a:xfrm>
          <a:prstGeom prst="rect">
            <a:avLst/>
          </a:prstGeom>
          <a:solidFill>
            <a:srgbClr val="FFFFFF"/>
          </a:solidFill>
          <a:ln w="9525">
            <a:solidFill>
              <a:srgbClr val="263047"/>
            </a:solidFill>
            <a:prstDash val="solid"/>
          </a:ln>
        </p:spPr>
      </p:sp>
      <p:sp>
        <p:nvSpPr>
          <p:cNvPr id="82" name="people-photo-bg-13"/>
          <p:cNvSpPr>
            <a:spLocks noGrp="1"/>
          </p:cNvSpPr>
          <p:nvPr/>
        </p:nvSpPr>
        <p:spPr>
          <a:xfrm>
            <a:off x="10285809" y="4276725"/>
            <a:ext cx="1978819" cy="2000250"/>
          </a:xfrm>
          <a:prstGeom prst="rect">
            <a:avLst/>
          </a:prstGeom>
          <a:solidFill>
            <a:srgbClr val="FFFFFF"/>
          </a:solidFill>
          <a:ln w="0">
            <a:noFill/>
            <a:prstDash val="solid"/>
          </a:ln>
        </p:spPr>
      </p:sp>
      <p:pic>
        <p:nvPicPr>
          <p:cNvPr id="253" name="people-portrait-13"/>
          <p:cNvPicPr>
            <a:picLocks noChangeAspect="1"/>
          </p:cNvPicPr>
          <p:nvPr/>
        </p:nvPicPr>
        <p:blipFill>
          <a:blip r:embed="rId13"/>
          <a:srcRect l="3795" t="2269" r="1210" b="1707"/>
          <a:stretch>
            <a:fillRect/>
          </a:stretch>
        </p:blipFill>
        <p:spPr>
          <a:xfrm>
            <a:off x="10285809" y="4276725"/>
            <a:ext cx="1978819" cy="2000250"/>
          </a:xfrm>
          <a:prstGeom prst="rect">
            <a:avLst/>
          </a:prstGeom>
        </p:spPr>
      </p:pic>
      <p:sp>
        <p:nvSpPr>
          <p:cNvPr id="84" name="people-name-band-13"/>
          <p:cNvSpPr>
            <a:spLocks noGrp="1"/>
          </p:cNvSpPr>
          <p:nvPr/>
        </p:nvSpPr>
        <p:spPr>
          <a:xfrm>
            <a:off x="10285809" y="6276975"/>
            <a:ext cx="1978819" cy="495300"/>
          </a:xfrm>
          <a:prstGeom prst="rect">
            <a:avLst/>
          </a:prstGeom>
          <a:solidFill>
            <a:srgbClr val="F8FAFD"/>
          </a:solidFill>
          <a:ln w="0">
            <a:noFill/>
            <a:prstDash val="solid"/>
          </a:ln>
        </p:spPr>
      </p:sp>
      <p:sp>
        <p:nvSpPr>
          <p:cNvPr id="85" name="people-name-13"/>
          <p:cNvSpPr>
            <a:spLocks noGrp="1"/>
          </p:cNvSpPr>
          <p:nvPr/>
        </p:nvSpPr>
        <p:spPr>
          <a:xfrm>
            <a:off x="10352484"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张骥</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86" name="people-accent-13"/>
          <p:cNvSpPr>
            <a:spLocks noGrp="1"/>
          </p:cNvSpPr>
          <p:nvPr/>
        </p:nvSpPr>
        <p:spPr>
          <a:xfrm>
            <a:off x="10276284" y="6724650"/>
            <a:ext cx="1997869" cy="57150"/>
          </a:xfrm>
          <a:prstGeom prst="rect">
            <a:avLst/>
          </a:prstGeom>
          <a:solidFill>
            <a:srgbClr val="2E5BFF"/>
          </a:solidFill>
          <a:ln w="0">
            <a:noFill/>
            <a:prstDash val="solid"/>
          </a:ln>
        </p:spPr>
      </p:sp>
      <p:sp>
        <p:nvSpPr>
          <p:cNvPr id="87" name="people-card-14"/>
          <p:cNvSpPr>
            <a:spLocks noGrp="1"/>
          </p:cNvSpPr>
          <p:nvPr/>
        </p:nvSpPr>
        <p:spPr>
          <a:xfrm>
            <a:off x="12407503" y="4267200"/>
            <a:ext cx="1997869" cy="2514600"/>
          </a:xfrm>
          <a:prstGeom prst="rect">
            <a:avLst/>
          </a:prstGeom>
          <a:solidFill>
            <a:srgbClr val="FFFFFF"/>
          </a:solidFill>
          <a:ln w="9525">
            <a:solidFill>
              <a:srgbClr val="263047"/>
            </a:solidFill>
            <a:prstDash val="solid"/>
          </a:ln>
        </p:spPr>
      </p:sp>
      <p:sp>
        <p:nvSpPr>
          <p:cNvPr id="88" name="people-photo-bg-14"/>
          <p:cNvSpPr>
            <a:spLocks noGrp="1"/>
          </p:cNvSpPr>
          <p:nvPr/>
        </p:nvSpPr>
        <p:spPr>
          <a:xfrm>
            <a:off x="12417028" y="4276725"/>
            <a:ext cx="1978819" cy="2000250"/>
          </a:xfrm>
          <a:prstGeom prst="rect">
            <a:avLst/>
          </a:prstGeom>
          <a:solidFill>
            <a:srgbClr val="FFFFFF"/>
          </a:solidFill>
          <a:ln w="0">
            <a:noFill/>
            <a:prstDash val="solid"/>
          </a:ln>
        </p:spPr>
      </p:sp>
      <p:pic>
        <p:nvPicPr>
          <p:cNvPr id="259" name="people-portrait-14"/>
          <p:cNvPicPr>
            <a:picLocks noChangeAspect="1"/>
          </p:cNvPicPr>
          <p:nvPr/>
        </p:nvPicPr>
        <p:blipFill>
          <a:blip r:embed="rId14"/>
          <a:srcRect l="11321" t="2284" r="5427" b="29183"/>
          <a:stretch>
            <a:fillRect/>
          </a:stretch>
        </p:blipFill>
        <p:spPr>
          <a:xfrm>
            <a:off x="12417028" y="4276725"/>
            <a:ext cx="1978819" cy="2000250"/>
          </a:xfrm>
          <a:prstGeom prst="rect">
            <a:avLst/>
          </a:prstGeom>
        </p:spPr>
      </p:pic>
      <p:sp>
        <p:nvSpPr>
          <p:cNvPr id="90" name="people-name-band-14"/>
          <p:cNvSpPr>
            <a:spLocks noGrp="1"/>
          </p:cNvSpPr>
          <p:nvPr/>
        </p:nvSpPr>
        <p:spPr>
          <a:xfrm>
            <a:off x="12417028" y="6276975"/>
            <a:ext cx="1978819" cy="495300"/>
          </a:xfrm>
          <a:prstGeom prst="rect">
            <a:avLst/>
          </a:prstGeom>
          <a:solidFill>
            <a:srgbClr val="F8FAFD"/>
          </a:solidFill>
          <a:ln w="0">
            <a:noFill/>
            <a:prstDash val="solid"/>
          </a:ln>
        </p:spPr>
      </p:sp>
      <p:sp>
        <p:nvSpPr>
          <p:cNvPr id="91" name="people-name-14"/>
          <p:cNvSpPr>
            <a:spLocks noGrp="1"/>
          </p:cNvSpPr>
          <p:nvPr/>
        </p:nvSpPr>
        <p:spPr>
          <a:xfrm>
            <a:off x="12483703"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张新卓</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92" name="people-accent-14"/>
          <p:cNvSpPr>
            <a:spLocks noGrp="1"/>
          </p:cNvSpPr>
          <p:nvPr/>
        </p:nvSpPr>
        <p:spPr>
          <a:xfrm>
            <a:off x="12407503" y="6724650"/>
            <a:ext cx="1997869" cy="57150"/>
          </a:xfrm>
          <a:prstGeom prst="rect">
            <a:avLst/>
          </a:prstGeom>
          <a:solidFill>
            <a:srgbClr val="A8E92D"/>
          </a:solidFill>
          <a:ln w="0">
            <a:noFill/>
            <a:prstDash val="solid"/>
          </a:ln>
        </p:spPr>
      </p:sp>
      <p:sp>
        <p:nvSpPr>
          <p:cNvPr id="93" name="people-card-15"/>
          <p:cNvSpPr>
            <a:spLocks noGrp="1"/>
          </p:cNvSpPr>
          <p:nvPr/>
        </p:nvSpPr>
        <p:spPr>
          <a:xfrm>
            <a:off x="14538722" y="4267200"/>
            <a:ext cx="1997869" cy="2514600"/>
          </a:xfrm>
          <a:prstGeom prst="rect">
            <a:avLst/>
          </a:prstGeom>
          <a:solidFill>
            <a:srgbClr val="FFFFFF"/>
          </a:solidFill>
          <a:ln w="9525">
            <a:solidFill>
              <a:srgbClr val="263047"/>
            </a:solidFill>
            <a:prstDash val="solid"/>
          </a:ln>
        </p:spPr>
      </p:sp>
      <p:sp>
        <p:nvSpPr>
          <p:cNvPr id="94" name="people-photo-bg-15"/>
          <p:cNvSpPr>
            <a:spLocks noGrp="1"/>
          </p:cNvSpPr>
          <p:nvPr/>
        </p:nvSpPr>
        <p:spPr>
          <a:xfrm>
            <a:off x="14548247" y="4276725"/>
            <a:ext cx="1978819" cy="2000250"/>
          </a:xfrm>
          <a:prstGeom prst="rect">
            <a:avLst/>
          </a:prstGeom>
          <a:solidFill>
            <a:srgbClr val="FFFFFF"/>
          </a:solidFill>
          <a:ln w="0">
            <a:noFill/>
            <a:prstDash val="solid"/>
          </a:ln>
        </p:spPr>
      </p:sp>
      <p:pic>
        <p:nvPicPr>
          <p:cNvPr id="265" name="people-portrait-15"/>
          <p:cNvPicPr>
            <a:picLocks noChangeAspect="1"/>
          </p:cNvPicPr>
          <p:nvPr/>
        </p:nvPicPr>
        <p:blipFill>
          <a:blip r:embed="rId15"/>
          <a:srcRect l="568" r="7223" b="42574"/>
          <a:stretch>
            <a:fillRect/>
          </a:stretch>
        </p:blipFill>
        <p:spPr>
          <a:xfrm>
            <a:off x="14548247" y="4335498"/>
            <a:ext cx="1978819" cy="1941477"/>
          </a:xfrm>
          <a:prstGeom prst="rect">
            <a:avLst/>
          </a:prstGeom>
        </p:spPr>
      </p:pic>
      <p:sp>
        <p:nvSpPr>
          <p:cNvPr id="96" name="people-name-band-15"/>
          <p:cNvSpPr>
            <a:spLocks noGrp="1"/>
          </p:cNvSpPr>
          <p:nvPr/>
        </p:nvSpPr>
        <p:spPr>
          <a:xfrm>
            <a:off x="14548247" y="6276975"/>
            <a:ext cx="1978819" cy="495300"/>
          </a:xfrm>
          <a:prstGeom prst="rect">
            <a:avLst/>
          </a:prstGeom>
          <a:solidFill>
            <a:srgbClr val="F8FAFD"/>
          </a:solidFill>
          <a:ln w="0">
            <a:noFill/>
            <a:prstDash val="solid"/>
          </a:ln>
        </p:spPr>
      </p:sp>
      <p:sp>
        <p:nvSpPr>
          <p:cNvPr id="97" name="people-name-15"/>
          <p:cNvSpPr>
            <a:spLocks noGrp="1"/>
          </p:cNvSpPr>
          <p:nvPr/>
        </p:nvSpPr>
        <p:spPr>
          <a:xfrm>
            <a:off x="14614922" y="634365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赵艺琳</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98" name="people-accent-15"/>
          <p:cNvSpPr>
            <a:spLocks noGrp="1"/>
          </p:cNvSpPr>
          <p:nvPr/>
        </p:nvSpPr>
        <p:spPr>
          <a:xfrm>
            <a:off x="14538722" y="6724650"/>
            <a:ext cx="1997869" cy="57150"/>
          </a:xfrm>
          <a:prstGeom prst="rect">
            <a:avLst/>
          </a:prstGeom>
          <a:solidFill>
            <a:srgbClr val="FF782E"/>
          </a:solidFill>
          <a:ln w="0">
            <a:noFill/>
            <a:prstDash val="solid"/>
          </a:ln>
        </p:spPr>
      </p:sp>
      <p:sp>
        <p:nvSpPr>
          <p:cNvPr id="99" name="people-card-16"/>
          <p:cNvSpPr>
            <a:spLocks noGrp="1"/>
          </p:cNvSpPr>
          <p:nvPr/>
        </p:nvSpPr>
        <p:spPr>
          <a:xfrm>
            <a:off x="1751409" y="6915150"/>
            <a:ext cx="1997869" cy="2514600"/>
          </a:xfrm>
          <a:prstGeom prst="rect">
            <a:avLst/>
          </a:prstGeom>
          <a:solidFill>
            <a:srgbClr val="FFFFFF"/>
          </a:solidFill>
          <a:ln w="9525">
            <a:solidFill>
              <a:srgbClr val="263047"/>
            </a:solidFill>
            <a:prstDash val="solid"/>
          </a:ln>
        </p:spPr>
      </p:sp>
      <p:sp>
        <p:nvSpPr>
          <p:cNvPr id="100" name="people-photo-bg-16"/>
          <p:cNvSpPr>
            <a:spLocks noGrp="1"/>
          </p:cNvSpPr>
          <p:nvPr/>
        </p:nvSpPr>
        <p:spPr>
          <a:xfrm>
            <a:off x="1760934" y="6924675"/>
            <a:ext cx="1978819" cy="2000250"/>
          </a:xfrm>
          <a:prstGeom prst="rect">
            <a:avLst/>
          </a:prstGeom>
          <a:solidFill>
            <a:srgbClr val="FFFFFF"/>
          </a:solidFill>
          <a:ln w="0">
            <a:noFill/>
            <a:prstDash val="solid"/>
          </a:ln>
        </p:spPr>
      </p:sp>
      <p:pic>
        <p:nvPicPr>
          <p:cNvPr id="271" name="people-portrait-16"/>
          <p:cNvPicPr>
            <a:picLocks noChangeAspect="1"/>
          </p:cNvPicPr>
          <p:nvPr/>
        </p:nvPicPr>
        <p:blipFill>
          <a:blip r:embed="rId16"/>
          <a:srcRect l="34920" t="36367" r="11481" b="23006"/>
          <a:stretch>
            <a:fillRect/>
          </a:stretch>
        </p:blipFill>
        <p:spPr>
          <a:xfrm>
            <a:off x="1760934" y="6924675"/>
            <a:ext cx="1978819" cy="2000250"/>
          </a:xfrm>
          <a:prstGeom prst="rect">
            <a:avLst/>
          </a:prstGeom>
        </p:spPr>
      </p:pic>
      <p:sp>
        <p:nvSpPr>
          <p:cNvPr id="102" name="people-name-band-16"/>
          <p:cNvSpPr>
            <a:spLocks noGrp="1"/>
          </p:cNvSpPr>
          <p:nvPr/>
        </p:nvSpPr>
        <p:spPr>
          <a:xfrm>
            <a:off x="1760934" y="8924925"/>
            <a:ext cx="1978819" cy="495300"/>
          </a:xfrm>
          <a:prstGeom prst="rect">
            <a:avLst/>
          </a:prstGeom>
          <a:solidFill>
            <a:srgbClr val="F8FAFD"/>
          </a:solidFill>
          <a:ln w="0">
            <a:noFill/>
            <a:prstDash val="solid"/>
          </a:ln>
        </p:spPr>
      </p:sp>
      <p:sp>
        <p:nvSpPr>
          <p:cNvPr id="103" name="people-name-16"/>
          <p:cNvSpPr>
            <a:spLocks noGrp="1"/>
          </p:cNvSpPr>
          <p:nvPr/>
        </p:nvSpPr>
        <p:spPr>
          <a:xfrm>
            <a:off x="1827609"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赵云淞</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04" name="people-accent-16"/>
          <p:cNvSpPr>
            <a:spLocks noGrp="1"/>
          </p:cNvSpPr>
          <p:nvPr/>
        </p:nvSpPr>
        <p:spPr>
          <a:xfrm>
            <a:off x="1751409" y="9372600"/>
            <a:ext cx="1997869" cy="57150"/>
          </a:xfrm>
          <a:prstGeom prst="rect">
            <a:avLst/>
          </a:prstGeom>
          <a:solidFill>
            <a:srgbClr val="2E5BFF"/>
          </a:solidFill>
          <a:ln w="0">
            <a:noFill/>
            <a:prstDash val="solid"/>
          </a:ln>
        </p:spPr>
      </p:sp>
      <p:sp>
        <p:nvSpPr>
          <p:cNvPr id="105" name="people-card-17"/>
          <p:cNvSpPr>
            <a:spLocks noGrp="1"/>
          </p:cNvSpPr>
          <p:nvPr/>
        </p:nvSpPr>
        <p:spPr>
          <a:xfrm>
            <a:off x="3882628" y="6915150"/>
            <a:ext cx="1997869" cy="2514600"/>
          </a:xfrm>
          <a:prstGeom prst="rect">
            <a:avLst/>
          </a:prstGeom>
          <a:solidFill>
            <a:srgbClr val="FFFFFF"/>
          </a:solidFill>
          <a:ln w="9525">
            <a:solidFill>
              <a:srgbClr val="263047"/>
            </a:solidFill>
            <a:prstDash val="solid"/>
          </a:ln>
        </p:spPr>
      </p:sp>
      <p:sp>
        <p:nvSpPr>
          <p:cNvPr id="106" name="people-photo-bg-17"/>
          <p:cNvSpPr>
            <a:spLocks noGrp="1"/>
          </p:cNvSpPr>
          <p:nvPr/>
        </p:nvSpPr>
        <p:spPr>
          <a:xfrm>
            <a:off x="3892153" y="6924675"/>
            <a:ext cx="1978819" cy="2000250"/>
          </a:xfrm>
          <a:prstGeom prst="rect">
            <a:avLst/>
          </a:prstGeom>
          <a:solidFill>
            <a:srgbClr val="FFFFFF"/>
          </a:solidFill>
          <a:ln w="0">
            <a:noFill/>
            <a:prstDash val="solid"/>
          </a:ln>
        </p:spPr>
      </p:sp>
      <p:pic>
        <p:nvPicPr>
          <p:cNvPr id="277" name="people-portrait-17"/>
          <p:cNvPicPr>
            <a:picLocks noChangeAspect="1"/>
          </p:cNvPicPr>
          <p:nvPr/>
        </p:nvPicPr>
        <p:blipFill>
          <a:blip r:embed="rId17"/>
          <a:srcRect l="10280" t="1804" r="8718" b="36787"/>
          <a:stretch>
            <a:fillRect/>
          </a:stretch>
        </p:blipFill>
        <p:spPr>
          <a:xfrm>
            <a:off x="3892153" y="6924675"/>
            <a:ext cx="1978819" cy="2000250"/>
          </a:xfrm>
          <a:prstGeom prst="rect">
            <a:avLst/>
          </a:prstGeom>
        </p:spPr>
      </p:pic>
      <p:sp>
        <p:nvSpPr>
          <p:cNvPr id="108" name="people-name-band-17"/>
          <p:cNvSpPr>
            <a:spLocks noGrp="1"/>
          </p:cNvSpPr>
          <p:nvPr/>
        </p:nvSpPr>
        <p:spPr>
          <a:xfrm>
            <a:off x="3892153" y="8924925"/>
            <a:ext cx="1978819" cy="495300"/>
          </a:xfrm>
          <a:prstGeom prst="rect">
            <a:avLst/>
          </a:prstGeom>
          <a:solidFill>
            <a:srgbClr val="F8FAFD"/>
          </a:solidFill>
          <a:ln w="0">
            <a:noFill/>
            <a:prstDash val="solid"/>
          </a:ln>
        </p:spPr>
      </p:sp>
      <p:sp>
        <p:nvSpPr>
          <p:cNvPr id="109" name="people-name-17"/>
          <p:cNvSpPr>
            <a:spLocks noGrp="1"/>
          </p:cNvSpPr>
          <p:nvPr/>
        </p:nvSpPr>
        <p:spPr>
          <a:xfrm>
            <a:off x="3958828"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程子洋</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10" name="people-accent-17"/>
          <p:cNvSpPr>
            <a:spLocks noGrp="1"/>
          </p:cNvSpPr>
          <p:nvPr/>
        </p:nvSpPr>
        <p:spPr>
          <a:xfrm>
            <a:off x="3882628" y="9372600"/>
            <a:ext cx="1997869" cy="57150"/>
          </a:xfrm>
          <a:prstGeom prst="rect">
            <a:avLst/>
          </a:prstGeom>
          <a:solidFill>
            <a:srgbClr val="A8E92D"/>
          </a:solidFill>
          <a:ln w="0">
            <a:noFill/>
            <a:prstDash val="solid"/>
          </a:ln>
        </p:spPr>
      </p:sp>
      <p:sp>
        <p:nvSpPr>
          <p:cNvPr id="111" name="people-card-18"/>
          <p:cNvSpPr>
            <a:spLocks noGrp="1"/>
          </p:cNvSpPr>
          <p:nvPr/>
        </p:nvSpPr>
        <p:spPr>
          <a:xfrm>
            <a:off x="6013847" y="6915150"/>
            <a:ext cx="1997869" cy="2514600"/>
          </a:xfrm>
          <a:prstGeom prst="rect">
            <a:avLst/>
          </a:prstGeom>
          <a:solidFill>
            <a:srgbClr val="FFFFFF"/>
          </a:solidFill>
          <a:ln w="9525">
            <a:solidFill>
              <a:srgbClr val="263047"/>
            </a:solidFill>
            <a:prstDash val="solid"/>
          </a:ln>
        </p:spPr>
      </p:sp>
      <p:sp>
        <p:nvSpPr>
          <p:cNvPr id="112" name="people-photo-bg-18"/>
          <p:cNvSpPr>
            <a:spLocks noGrp="1"/>
          </p:cNvSpPr>
          <p:nvPr/>
        </p:nvSpPr>
        <p:spPr>
          <a:xfrm>
            <a:off x="6023372" y="6924675"/>
            <a:ext cx="1978819" cy="2000250"/>
          </a:xfrm>
          <a:prstGeom prst="rect">
            <a:avLst/>
          </a:prstGeom>
          <a:solidFill>
            <a:srgbClr val="FFFFFF"/>
          </a:solidFill>
          <a:ln w="0">
            <a:noFill/>
            <a:prstDash val="solid"/>
          </a:ln>
        </p:spPr>
      </p:sp>
      <p:pic>
        <p:nvPicPr>
          <p:cNvPr id="283" name="people-portrait-18"/>
          <p:cNvPicPr>
            <a:picLocks noChangeAspect="1"/>
          </p:cNvPicPr>
          <p:nvPr/>
        </p:nvPicPr>
        <p:blipFill>
          <a:blip r:embed="rId18"/>
          <a:srcRect t="1239" b="6785"/>
          <a:stretch>
            <a:fillRect/>
          </a:stretch>
        </p:blipFill>
        <p:spPr>
          <a:xfrm>
            <a:off x="6235994" y="6924675"/>
            <a:ext cx="1553406" cy="2000250"/>
          </a:xfrm>
          <a:prstGeom prst="rect">
            <a:avLst/>
          </a:prstGeom>
        </p:spPr>
      </p:pic>
      <p:sp>
        <p:nvSpPr>
          <p:cNvPr id="114" name="people-name-band-18"/>
          <p:cNvSpPr>
            <a:spLocks noGrp="1"/>
          </p:cNvSpPr>
          <p:nvPr/>
        </p:nvSpPr>
        <p:spPr>
          <a:xfrm>
            <a:off x="6023372" y="8924925"/>
            <a:ext cx="1978819" cy="495300"/>
          </a:xfrm>
          <a:prstGeom prst="rect">
            <a:avLst/>
          </a:prstGeom>
          <a:solidFill>
            <a:srgbClr val="F8FAFD"/>
          </a:solidFill>
          <a:ln w="0">
            <a:noFill/>
            <a:prstDash val="solid"/>
          </a:ln>
        </p:spPr>
      </p:sp>
      <p:sp>
        <p:nvSpPr>
          <p:cNvPr id="115" name="people-name-18"/>
          <p:cNvSpPr>
            <a:spLocks noGrp="1"/>
          </p:cNvSpPr>
          <p:nvPr/>
        </p:nvSpPr>
        <p:spPr>
          <a:xfrm>
            <a:off x="6090047"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崔逸枫</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16" name="people-accent-18"/>
          <p:cNvSpPr>
            <a:spLocks noGrp="1"/>
          </p:cNvSpPr>
          <p:nvPr/>
        </p:nvSpPr>
        <p:spPr>
          <a:xfrm>
            <a:off x="6013847" y="9372600"/>
            <a:ext cx="1997869" cy="57150"/>
          </a:xfrm>
          <a:prstGeom prst="rect">
            <a:avLst/>
          </a:prstGeom>
          <a:solidFill>
            <a:srgbClr val="FF782E"/>
          </a:solidFill>
          <a:ln w="0">
            <a:noFill/>
            <a:prstDash val="solid"/>
          </a:ln>
        </p:spPr>
      </p:sp>
      <p:sp>
        <p:nvSpPr>
          <p:cNvPr id="117" name="people-card-19"/>
          <p:cNvSpPr>
            <a:spLocks noGrp="1"/>
          </p:cNvSpPr>
          <p:nvPr/>
        </p:nvSpPr>
        <p:spPr>
          <a:xfrm>
            <a:off x="8145066" y="6915150"/>
            <a:ext cx="1997869" cy="2514600"/>
          </a:xfrm>
          <a:prstGeom prst="rect">
            <a:avLst/>
          </a:prstGeom>
          <a:solidFill>
            <a:srgbClr val="FFFFFF"/>
          </a:solidFill>
          <a:ln w="9525">
            <a:solidFill>
              <a:srgbClr val="263047"/>
            </a:solidFill>
            <a:prstDash val="solid"/>
          </a:ln>
        </p:spPr>
      </p:sp>
      <p:sp>
        <p:nvSpPr>
          <p:cNvPr id="118" name="people-photo-bg-19"/>
          <p:cNvSpPr>
            <a:spLocks noGrp="1"/>
          </p:cNvSpPr>
          <p:nvPr/>
        </p:nvSpPr>
        <p:spPr>
          <a:xfrm>
            <a:off x="8154591" y="6924675"/>
            <a:ext cx="1978819" cy="2000250"/>
          </a:xfrm>
          <a:prstGeom prst="rect">
            <a:avLst/>
          </a:prstGeom>
          <a:solidFill>
            <a:srgbClr val="FFFFFF"/>
          </a:solidFill>
          <a:ln w="0">
            <a:noFill/>
            <a:prstDash val="solid"/>
          </a:ln>
        </p:spPr>
      </p:sp>
      <p:pic>
        <p:nvPicPr>
          <p:cNvPr id="289" name="people-portrait-19"/>
          <p:cNvPicPr>
            <a:picLocks noChangeAspect="1"/>
          </p:cNvPicPr>
          <p:nvPr/>
        </p:nvPicPr>
        <p:blipFill>
          <a:blip r:embed="rId19"/>
          <a:srcRect l="14149" t="3573" r="15631" b="49136"/>
          <a:stretch>
            <a:fillRect/>
          </a:stretch>
        </p:blipFill>
        <p:spPr>
          <a:xfrm>
            <a:off x="8154591" y="6924675"/>
            <a:ext cx="1978819" cy="2000250"/>
          </a:xfrm>
          <a:prstGeom prst="rect">
            <a:avLst/>
          </a:prstGeom>
        </p:spPr>
      </p:pic>
      <p:sp>
        <p:nvSpPr>
          <p:cNvPr id="120" name="people-name-band-19"/>
          <p:cNvSpPr>
            <a:spLocks noGrp="1"/>
          </p:cNvSpPr>
          <p:nvPr/>
        </p:nvSpPr>
        <p:spPr>
          <a:xfrm>
            <a:off x="8154591" y="8924925"/>
            <a:ext cx="1978819" cy="495300"/>
          </a:xfrm>
          <a:prstGeom prst="rect">
            <a:avLst/>
          </a:prstGeom>
          <a:solidFill>
            <a:srgbClr val="F8FAFD"/>
          </a:solidFill>
          <a:ln w="0">
            <a:noFill/>
            <a:prstDash val="solid"/>
          </a:ln>
        </p:spPr>
      </p:sp>
      <p:sp>
        <p:nvSpPr>
          <p:cNvPr id="121" name="people-name-19"/>
          <p:cNvSpPr>
            <a:spLocks noGrp="1"/>
          </p:cNvSpPr>
          <p:nvPr/>
        </p:nvSpPr>
        <p:spPr>
          <a:xfrm>
            <a:off x="8221266"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吕昭波</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22" name="people-accent-19"/>
          <p:cNvSpPr>
            <a:spLocks noGrp="1"/>
          </p:cNvSpPr>
          <p:nvPr/>
        </p:nvSpPr>
        <p:spPr>
          <a:xfrm>
            <a:off x="8145066" y="9372600"/>
            <a:ext cx="1997869" cy="57150"/>
          </a:xfrm>
          <a:prstGeom prst="rect">
            <a:avLst/>
          </a:prstGeom>
          <a:solidFill>
            <a:srgbClr val="2E5BFF"/>
          </a:solidFill>
          <a:ln w="0">
            <a:noFill/>
            <a:prstDash val="solid"/>
          </a:ln>
        </p:spPr>
      </p:sp>
      <p:sp>
        <p:nvSpPr>
          <p:cNvPr id="123" name="people-card-20"/>
          <p:cNvSpPr>
            <a:spLocks noGrp="1"/>
          </p:cNvSpPr>
          <p:nvPr/>
        </p:nvSpPr>
        <p:spPr>
          <a:xfrm>
            <a:off x="10276284" y="6915150"/>
            <a:ext cx="1997869" cy="2514600"/>
          </a:xfrm>
          <a:prstGeom prst="rect">
            <a:avLst/>
          </a:prstGeom>
          <a:solidFill>
            <a:srgbClr val="FFFFFF"/>
          </a:solidFill>
          <a:ln w="9525">
            <a:solidFill>
              <a:srgbClr val="263047"/>
            </a:solidFill>
            <a:prstDash val="solid"/>
          </a:ln>
        </p:spPr>
      </p:sp>
      <p:sp>
        <p:nvSpPr>
          <p:cNvPr id="124" name="people-photo-bg-20"/>
          <p:cNvSpPr>
            <a:spLocks noGrp="1"/>
          </p:cNvSpPr>
          <p:nvPr/>
        </p:nvSpPr>
        <p:spPr>
          <a:xfrm>
            <a:off x="10285809" y="6924675"/>
            <a:ext cx="1978819" cy="2000250"/>
          </a:xfrm>
          <a:prstGeom prst="rect">
            <a:avLst/>
          </a:prstGeom>
          <a:solidFill>
            <a:srgbClr val="FFFFFF"/>
          </a:solidFill>
          <a:ln w="0">
            <a:noFill/>
            <a:prstDash val="solid"/>
          </a:ln>
        </p:spPr>
      </p:sp>
      <p:pic>
        <p:nvPicPr>
          <p:cNvPr id="295" name="people-portrait-20"/>
          <p:cNvPicPr>
            <a:picLocks noChangeAspect="1"/>
          </p:cNvPicPr>
          <p:nvPr/>
        </p:nvPicPr>
        <p:blipFill>
          <a:blip r:embed="rId20"/>
          <a:srcRect l="30417" t="1081" r="33574" b="44278"/>
          <a:stretch>
            <a:fillRect/>
          </a:stretch>
        </p:blipFill>
        <p:spPr>
          <a:xfrm>
            <a:off x="10285809" y="6924675"/>
            <a:ext cx="1978819" cy="2000250"/>
          </a:xfrm>
          <a:prstGeom prst="rect">
            <a:avLst/>
          </a:prstGeom>
        </p:spPr>
      </p:pic>
      <p:sp>
        <p:nvSpPr>
          <p:cNvPr id="126" name="people-name-band-20"/>
          <p:cNvSpPr>
            <a:spLocks noGrp="1"/>
          </p:cNvSpPr>
          <p:nvPr/>
        </p:nvSpPr>
        <p:spPr>
          <a:xfrm>
            <a:off x="10285809" y="8924925"/>
            <a:ext cx="1978819" cy="495300"/>
          </a:xfrm>
          <a:prstGeom prst="rect">
            <a:avLst/>
          </a:prstGeom>
          <a:solidFill>
            <a:srgbClr val="F8FAFD"/>
          </a:solidFill>
          <a:ln w="0">
            <a:noFill/>
            <a:prstDash val="solid"/>
          </a:ln>
        </p:spPr>
      </p:sp>
      <p:sp>
        <p:nvSpPr>
          <p:cNvPr id="127" name="people-name-20"/>
          <p:cNvSpPr>
            <a:spLocks noGrp="1"/>
          </p:cNvSpPr>
          <p:nvPr/>
        </p:nvSpPr>
        <p:spPr>
          <a:xfrm>
            <a:off x="10352484"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马诺</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28" name="people-accent-20"/>
          <p:cNvSpPr>
            <a:spLocks noGrp="1"/>
          </p:cNvSpPr>
          <p:nvPr/>
        </p:nvSpPr>
        <p:spPr>
          <a:xfrm>
            <a:off x="10276284" y="9372600"/>
            <a:ext cx="1997869" cy="57150"/>
          </a:xfrm>
          <a:prstGeom prst="rect">
            <a:avLst/>
          </a:prstGeom>
          <a:solidFill>
            <a:srgbClr val="A8E92D"/>
          </a:solidFill>
          <a:ln w="0">
            <a:noFill/>
            <a:prstDash val="solid"/>
          </a:ln>
        </p:spPr>
      </p:sp>
      <p:sp>
        <p:nvSpPr>
          <p:cNvPr id="129" name="people-card-21"/>
          <p:cNvSpPr>
            <a:spLocks noGrp="1"/>
          </p:cNvSpPr>
          <p:nvPr/>
        </p:nvSpPr>
        <p:spPr>
          <a:xfrm>
            <a:off x="12407503" y="6915150"/>
            <a:ext cx="1997869" cy="2514600"/>
          </a:xfrm>
          <a:prstGeom prst="rect">
            <a:avLst/>
          </a:prstGeom>
          <a:solidFill>
            <a:srgbClr val="FFFFFF"/>
          </a:solidFill>
          <a:ln w="9525">
            <a:solidFill>
              <a:srgbClr val="263047"/>
            </a:solidFill>
            <a:prstDash val="solid"/>
          </a:ln>
        </p:spPr>
      </p:sp>
      <p:sp>
        <p:nvSpPr>
          <p:cNvPr id="130" name="people-photo-bg-21"/>
          <p:cNvSpPr>
            <a:spLocks noGrp="1"/>
          </p:cNvSpPr>
          <p:nvPr/>
        </p:nvSpPr>
        <p:spPr>
          <a:xfrm>
            <a:off x="12417028" y="6924675"/>
            <a:ext cx="1978819" cy="2000250"/>
          </a:xfrm>
          <a:prstGeom prst="rect">
            <a:avLst/>
          </a:prstGeom>
          <a:solidFill>
            <a:srgbClr val="FFFFFF"/>
          </a:solidFill>
          <a:ln w="0">
            <a:noFill/>
            <a:prstDash val="solid"/>
          </a:ln>
        </p:spPr>
      </p:sp>
      <p:pic>
        <p:nvPicPr>
          <p:cNvPr id="301" name="people-portrait-21"/>
          <p:cNvPicPr>
            <a:picLocks noChangeAspect="1"/>
          </p:cNvPicPr>
          <p:nvPr/>
        </p:nvPicPr>
        <p:blipFill>
          <a:blip r:embed="rId21"/>
          <a:srcRect l="5319" t="4896" r="19287" b="44350"/>
          <a:stretch>
            <a:fillRect/>
          </a:stretch>
        </p:blipFill>
        <p:spPr>
          <a:xfrm>
            <a:off x="12417028" y="6924675"/>
            <a:ext cx="1978819" cy="2000250"/>
          </a:xfrm>
          <a:prstGeom prst="rect">
            <a:avLst/>
          </a:prstGeom>
        </p:spPr>
      </p:pic>
      <p:sp>
        <p:nvSpPr>
          <p:cNvPr id="132" name="people-name-band-21"/>
          <p:cNvSpPr>
            <a:spLocks noGrp="1"/>
          </p:cNvSpPr>
          <p:nvPr/>
        </p:nvSpPr>
        <p:spPr>
          <a:xfrm>
            <a:off x="12417028" y="8924925"/>
            <a:ext cx="1978819" cy="495300"/>
          </a:xfrm>
          <a:prstGeom prst="rect">
            <a:avLst/>
          </a:prstGeom>
          <a:solidFill>
            <a:srgbClr val="F8FAFD"/>
          </a:solidFill>
          <a:ln w="0">
            <a:noFill/>
            <a:prstDash val="solid"/>
          </a:ln>
        </p:spPr>
      </p:sp>
      <p:sp>
        <p:nvSpPr>
          <p:cNvPr id="133" name="people-name-21"/>
          <p:cNvSpPr>
            <a:spLocks noGrp="1"/>
          </p:cNvSpPr>
          <p:nvPr/>
        </p:nvSpPr>
        <p:spPr>
          <a:xfrm>
            <a:off x="12483703"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王仿</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34" name="people-accent-21"/>
          <p:cNvSpPr>
            <a:spLocks noGrp="1"/>
          </p:cNvSpPr>
          <p:nvPr/>
        </p:nvSpPr>
        <p:spPr>
          <a:xfrm>
            <a:off x="12407503" y="9372600"/>
            <a:ext cx="1997869" cy="57150"/>
          </a:xfrm>
          <a:prstGeom prst="rect">
            <a:avLst/>
          </a:prstGeom>
          <a:solidFill>
            <a:srgbClr val="FF782E"/>
          </a:solidFill>
          <a:ln w="0">
            <a:noFill/>
            <a:prstDash val="solid"/>
          </a:ln>
        </p:spPr>
      </p:sp>
      <p:sp>
        <p:nvSpPr>
          <p:cNvPr id="135" name="people-card-22"/>
          <p:cNvSpPr>
            <a:spLocks noGrp="1"/>
          </p:cNvSpPr>
          <p:nvPr/>
        </p:nvSpPr>
        <p:spPr>
          <a:xfrm>
            <a:off x="14538722" y="6915150"/>
            <a:ext cx="1997869" cy="2514600"/>
          </a:xfrm>
          <a:prstGeom prst="rect">
            <a:avLst/>
          </a:prstGeom>
          <a:solidFill>
            <a:srgbClr val="FFFFFF"/>
          </a:solidFill>
          <a:ln w="9525">
            <a:solidFill>
              <a:srgbClr val="263047"/>
            </a:solidFill>
            <a:prstDash val="solid"/>
          </a:ln>
        </p:spPr>
      </p:sp>
      <p:sp>
        <p:nvSpPr>
          <p:cNvPr id="136" name="people-photo-bg-22"/>
          <p:cNvSpPr>
            <a:spLocks noGrp="1"/>
          </p:cNvSpPr>
          <p:nvPr/>
        </p:nvSpPr>
        <p:spPr>
          <a:xfrm>
            <a:off x="14548247" y="6924675"/>
            <a:ext cx="1978819" cy="2000250"/>
          </a:xfrm>
          <a:prstGeom prst="rect">
            <a:avLst/>
          </a:prstGeom>
          <a:solidFill>
            <a:srgbClr val="FFFFFF"/>
          </a:solidFill>
          <a:ln w="0">
            <a:noFill/>
            <a:prstDash val="solid"/>
          </a:ln>
        </p:spPr>
      </p:sp>
      <p:pic>
        <p:nvPicPr>
          <p:cNvPr id="307" name="people-portrait-22"/>
          <p:cNvPicPr>
            <a:picLocks noChangeAspect="1"/>
          </p:cNvPicPr>
          <p:nvPr/>
        </p:nvPicPr>
        <p:blipFill>
          <a:blip r:embed="rId22"/>
          <a:srcRect l="27129" t="2964" r="25606" b="61225"/>
          <a:stretch>
            <a:fillRect/>
          </a:stretch>
        </p:blipFill>
        <p:spPr>
          <a:xfrm>
            <a:off x="14548247" y="6924675"/>
            <a:ext cx="1978819" cy="2000250"/>
          </a:xfrm>
          <a:prstGeom prst="rect">
            <a:avLst/>
          </a:prstGeom>
        </p:spPr>
      </p:pic>
      <p:sp>
        <p:nvSpPr>
          <p:cNvPr id="138" name="people-name-band-22"/>
          <p:cNvSpPr>
            <a:spLocks noGrp="1"/>
          </p:cNvSpPr>
          <p:nvPr/>
        </p:nvSpPr>
        <p:spPr>
          <a:xfrm>
            <a:off x="14548247" y="8924925"/>
            <a:ext cx="1978819" cy="495300"/>
          </a:xfrm>
          <a:prstGeom prst="rect">
            <a:avLst/>
          </a:prstGeom>
          <a:solidFill>
            <a:srgbClr val="F8FAFD"/>
          </a:solidFill>
          <a:ln w="0">
            <a:noFill/>
            <a:prstDash val="solid"/>
          </a:ln>
        </p:spPr>
      </p:sp>
      <p:sp>
        <p:nvSpPr>
          <p:cNvPr id="139" name="people-name-22"/>
          <p:cNvSpPr>
            <a:spLocks noGrp="1"/>
          </p:cNvSpPr>
          <p:nvPr/>
        </p:nvSpPr>
        <p:spPr>
          <a:xfrm>
            <a:off x="14614922" y="8991600"/>
            <a:ext cx="1845469" cy="352425"/>
          </a:xfrm>
          <a:prstGeom prst="rect">
            <a:avLst/>
          </a:prstGeom>
          <a:noFill/>
          <a:ln w="0">
            <a:noFill/>
            <a:prstDash val="solid"/>
          </a:ln>
        </p:spPr>
        <p:txBody>
          <a:bodyPr wrap="square" lIns="0" tIns="0" rIns="0" bIns="0" anchor="ctr">
            <a:normAutofit/>
          </a:bodyPr>
          <a:lstStyle/>
          <a:p>
            <a:pPr algn="ctr">
              <a:buNone/>
              <a:defRPr sz="1800" b="1">
                <a:solidFill>
                  <a:srgbClr val="111722"/>
                </a:solidFill>
                <a:latin typeface="PingFang SC" panose="020B0400000000000000" charset="-122"/>
                <a:ea typeface="PingFang SC" panose="020B0400000000000000" charset="-122"/>
                <a:cs typeface="PingFang SC" panose="020B0400000000000000" charset="-122"/>
              </a:defRPr>
            </a:pPr>
            <a:r>
              <a:rPr sz="1800" b="1">
                <a:solidFill>
                  <a:srgbClr val="111722"/>
                </a:solidFill>
                <a:latin typeface="PingFang SC" panose="020B0400000000000000" charset="-122"/>
                <a:ea typeface="PingFang SC" panose="020B0400000000000000" charset="-122"/>
                <a:cs typeface="PingFang SC" panose="020B0400000000000000" charset="-122"/>
              </a:rPr>
              <a:t>张晨曦</a:t>
            </a:r>
            <a:endParaRPr sz="1800" b="1">
              <a:solidFill>
                <a:srgbClr val="111722"/>
              </a:solidFill>
              <a:latin typeface="PingFang SC" panose="020B0400000000000000" charset="-122"/>
              <a:ea typeface="PingFang SC" panose="020B0400000000000000" charset="-122"/>
              <a:cs typeface="PingFang SC" panose="020B0400000000000000" charset="-122"/>
            </a:endParaRPr>
          </a:p>
        </p:txBody>
      </p:sp>
      <p:sp>
        <p:nvSpPr>
          <p:cNvPr id="140" name="people-accent-22"/>
          <p:cNvSpPr>
            <a:spLocks noGrp="1"/>
          </p:cNvSpPr>
          <p:nvPr/>
        </p:nvSpPr>
        <p:spPr>
          <a:xfrm>
            <a:off x="14538722" y="9372600"/>
            <a:ext cx="1997869" cy="57150"/>
          </a:xfrm>
          <a:prstGeom prst="rect">
            <a:avLst/>
          </a:prstGeom>
          <a:solidFill>
            <a:srgbClr val="2E5BFF"/>
          </a:solidFill>
          <a:ln w="0">
            <a:noFill/>
            <a:prstDash val="solid"/>
          </a:ln>
        </p:spPr>
      </p:sp>
      <p:sp>
        <p:nvSpPr>
          <p:cNvPr id="141" name="footer-06 / 08-plate"/>
          <p:cNvSpPr>
            <a:spLocks noGrp="1"/>
          </p:cNvSpPr>
          <p:nvPr/>
        </p:nvSpPr>
        <p:spPr>
          <a:xfrm>
            <a:off x="1123950" y="9696450"/>
            <a:ext cx="16040100" cy="476250"/>
          </a:xfrm>
          <a:prstGeom prst="rect">
            <a:avLst/>
          </a:prstGeom>
          <a:solidFill>
            <a:srgbClr val="FFFFFF"/>
          </a:solidFill>
          <a:ln w="9525">
            <a:solidFill>
              <a:srgbClr val="DDE3ED"/>
            </a:solidFill>
            <a:prstDash val="solid"/>
          </a:ln>
        </p:spPr>
      </p:sp>
      <p:pic>
        <p:nvPicPr>
          <p:cNvPr id="312" name="footer-06 / 08-sjtu"/>
          <p:cNvPicPr>
            <a:picLocks noChangeAspect="1"/>
          </p:cNvPicPr>
          <p:nvPr/>
        </p:nvPicPr>
        <p:blipFill>
          <a:blip r:embed="rId23"/>
          <a:stretch>
            <a:fillRect/>
          </a:stretch>
        </p:blipFill>
        <p:spPr>
          <a:xfrm>
            <a:off x="1468075" y="9801225"/>
            <a:ext cx="1654900" cy="266700"/>
          </a:xfrm>
          <a:prstGeom prst="rect">
            <a:avLst/>
          </a:prstGeom>
        </p:spPr>
      </p:pic>
      <p:sp>
        <p:nvSpPr>
          <p:cNvPr id="143" name="footer-06 / 08-divider"/>
          <p:cNvSpPr>
            <a:spLocks noGrp="1"/>
          </p:cNvSpPr>
          <p:nvPr/>
        </p:nvSpPr>
        <p:spPr>
          <a:xfrm>
            <a:off x="3362325" y="9801225"/>
            <a:ext cx="0" cy="266700"/>
          </a:xfrm>
          <a:prstGeom prst="line">
            <a:avLst/>
          </a:prstGeom>
          <a:noFill/>
          <a:ln w="9525">
            <a:solidFill>
              <a:srgbClr val="CBD2DE"/>
            </a:solidFill>
            <a:prstDash val="solid"/>
          </a:ln>
        </p:spPr>
      </p:sp>
      <p:pic>
        <p:nvPicPr>
          <p:cNvPr id="314" name="footer-06 / 08-dw"/>
          <p:cNvPicPr>
            <a:picLocks noChangeAspect="1"/>
          </p:cNvPicPr>
          <p:nvPr/>
        </p:nvPicPr>
        <p:blipFill>
          <a:blip r:embed="rId24"/>
          <a:stretch>
            <a:fillRect/>
          </a:stretch>
        </p:blipFill>
        <p:spPr>
          <a:xfrm>
            <a:off x="3581400" y="9826745"/>
            <a:ext cx="1524000" cy="215660"/>
          </a:xfrm>
          <a:prstGeom prst="rect">
            <a:avLst/>
          </a:prstGeom>
        </p:spPr>
      </p:pic>
      <p:sp>
        <p:nvSpPr>
          <p:cNvPr id="145" name="footer-06 / 08-page"/>
          <p:cNvSpPr>
            <a:spLocks noGrp="1"/>
          </p:cNvSpPr>
          <p:nvPr/>
        </p:nvSpPr>
        <p:spPr>
          <a:xfrm>
            <a:off x="15830550" y="9829800"/>
            <a:ext cx="1047750" cy="20955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06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p:sp>
        <p:nvSpPr>
          <p:cNvPr id="91" name="课程页背景"/>
          <p:cNvSpPr>
            <a:spLocks noGrp="1"/>
          </p:cNvSpPr>
          <p:nvPr/>
        </p:nvSpPr>
        <p:spPr>
          <a:xfrm>
            <a:off x="0" y="0"/>
            <a:ext cx="18288000" cy="10287000"/>
          </a:xfrm>
          <a:prstGeom prst="rect">
            <a:avLst/>
          </a:prstGeom>
          <a:solidFill>
            <a:srgbClr val="F4F6FA"/>
          </a:solidFill>
          <a:ln w="0">
            <a:noFill/>
            <a:prstDash val="solid"/>
          </a:ln>
        </p:spPr>
      </p:sp>
      <p:sp>
        <p:nvSpPr>
          <p:cNvPr id="2" name="课程页顶栏"/>
          <p:cNvSpPr>
            <a:spLocks noGrp="1"/>
          </p:cNvSpPr>
          <p:nvPr/>
        </p:nvSpPr>
        <p:spPr>
          <a:xfrm>
            <a:off x="0" y="0"/>
            <a:ext cx="7524750" cy="400050"/>
          </a:xfrm>
          <a:prstGeom prst="rect">
            <a:avLst/>
          </a:prstGeom>
          <a:solidFill>
            <a:srgbClr val="2E5BFF"/>
          </a:solidFill>
          <a:ln w="0">
            <a:noFill/>
            <a:prstDash val="solid"/>
          </a:ln>
        </p:spPr>
      </p:sp>
      <p:sp>
        <p:nvSpPr>
          <p:cNvPr id="3" name="课程页顶栏延伸"/>
          <p:cNvSpPr>
            <a:spLocks noGrp="1"/>
          </p:cNvSpPr>
          <p:nvPr/>
        </p:nvSpPr>
        <p:spPr>
          <a:xfrm>
            <a:off x="7524750" y="0"/>
            <a:ext cx="1619250" cy="76200"/>
          </a:xfrm>
          <a:prstGeom prst="rect">
            <a:avLst/>
          </a:prstGeom>
          <a:solidFill>
            <a:srgbClr val="A8E92D"/>
          </a:solidFill>
          <a:ln w="0">
            <a:noFill/>
            <a:prstDash val="solid"/>
          </a:ln>
        </p:spPr>
      </p:sp>
      <p:sp>
        <p:nvSpPr>
          <p:cNvPr id="4" name="课程页栏目"/>
          <p:cNvSpPr>
            <a:spLocks noGrp="1"/>
          </p:cNvSpPr>
          <p:nvPr/>
        </p:nvSpPr>
        <p:spPr>
          <a:xfrm>
            <a:off x="1123950" y="76200"/>
            <a:ext cx="5334000" cy="266700"/>
          </a:xfrm>
          <a:prstGeom prst="rect">
            <a:avLst/>
          </a:prstGeom>
          <a:noFill/>
          <a:ln w="0">
            <a:noFill/>
            <a:prstDash val="solid"/>
          </a:ln>
        </p:spPr>
        <p:txBody>
          <a:bodyPr wrap="square" lIns="0" tIns="0" rIns="0" bIns="0" anchor="ctr">
            <a:normAutofit/>
          </a:bodyPr>
          <a:lstStyle/>
          <a:p>
            <a:pPr algn="l">
              <a:buNone/>
              <a:defRPr sz="1350" b="1">
                <a:solidFill>
                  <a:srgbClr val="FFFFFF"/>
                </a:solidFill>
                <a:latin typeface="PingFang SC" panose="020B0400000000000000" charset="-122"/>
                <a:ea typeface="PingFang SC" panose="020B0400000000000000" charset="-122"/>
                <a:cs typeface="PingFang SC" panose="020B0400000000000000" charset="-122"/>
              </a:defRPr>
            </a:pPr>
            <a:r>
              <a:rPr sz="1350" b="1">
                <a:solidFill>
                  <a:srgbClr val="FFFFFF"/>
                </a:solidFill>
                <a:latin typeface="PingFang SC" panose="020B0400000000000000" charset="-122"/>
                <a:ea typeface="PingFang SC" panose="020B0400000000000000" charset="-122"/>
                <a:cs typeface="PingFang SC" panose="020B0400000000000000" charset="-122"/>
              </a:rPr>
              <a:t>03 / 03   FDE 精选课程</a:t>
            </a:r>
            <a:endParaRPr sz="13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 name="课程页标题"/>
          <p:cNvSpPr>
            <a:spLocks noGrp="1"/>
          </p:cNvSpPr>
          <p:nvPr/>
        </p:nvSpPr>
        <p:spPr>
          <a:xfrm>
            <a:off x="1123950" y="666750"/>
            <a:ext cx="12287250" cy="666750"/>
          </a:xfrm>
          <a:prstGeom prst="rect">
            <a:avLst/>
          </a:prstGeom>
          <a:noFill/>
          <a:ln w="0">
            <a:noFill/>
            <a:prstDash val="solid"/>
          </a:ln>
        </p:spPr>
        <p:txBody>
          <a:bodyPr wrap="square" lIns="0" tIns="0" rIns="0" bIns="0" anchor="ctr">
            <a:normAutofit/>
          </a:bodyPr>
          <a:lstStyle/>
          <a:p>
            <a:pPr algn="l">
              <a:buNone/>
              <a:defRPr sz="3900" b="1">
                <a:solidFill>
                  <a:srgbClr val="0D1420"/>
                </a:solidFill>
                <a:latin typeface="PingFang SC" panose="020B0400000000000000" charset="-122"/>
                <a:ea typeface="PingFang SC" panose="020B0400000000000000" charset="-122"/>
                <a:cs typeface="PingFang SC" panose="020B0400000000000000" charset="-122"/>
              </a:defRPr>
            </a:pPr>
            <a:r>
              <a:rPr sz="3900" b="1">
                <a:solidFill>
                  <a:srgbClr val="0D1420"/>
                </a:solidFill>
                <a:latin typeface="PingFang SC" panose="020B0400000000000000" charset="-122"/>
                <a:ea typeface="PingFang SC" panose="020B0400000000000000" charset="-122"/>
                <a:cs typeface="PingFang SC" panose="020B0400000000000000" charset="-122"/>
              </a:rPr>
              <a:t>FDE 精选课程｜一套完整的项目训练</a:t>
            </a:r>
            <a:endParaRPr sz="39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6" name="课程页副标题"/>
          <p:cNvSpPr>
            <a:spLocks noGrp="1"/>
          </p:cNvSpPr>
          <p:nvPr/>
        </p:nvSpPr>
        <p:spPr>
          <a:xfrm>
            <a:off x="1123950" y="1419225"/>
            <a:ext cx="15725140" cy="381000"/>
          </a:xfrm>
          <a:prstGeom prst="rect">
            <a:avLst/>
          </a:prstGeom>
          <a:noFill/>
          <a:ln w="0">
            <a:noFill/>
            <a:prstDash val="solid"/>
          </a:ln>
        </p:spPr>
        <p:txBody>
          <a:bodyPr wrap="square" lIns="0" tIns="0" rIns="0" bIns="0" anchor="ctr">
            <a:normAutofit fontScale="70000"/>
          </a:bodyPr>
          <a:lstStyle/>
          <a:p>
            <a:pPr algn="l">
              <a:buNone/>
              <a:defRPr sz="1875" b="0">
                <a:solidFill>
                  <a:srgbClr val="667287"/>
                </a:solidFill>
                <a:latin typeface="PingFang SC" panose="020B0400000000000000" charset="-122"/>
                <a:ea typeface="PingFang SC" panose="020B0400000000000000" charset="-122"/>
                <a:cs typeface="PingFang SC" panose="020B0400000000000000" charset="-122"/>
              </a:defRPr>
            </a:pPr>
            <a:r>
              <a:rPr sz="2000" b="0">
                <a:solidFill>
                  <a:srgbClr val="667287"/>
                </a:solidFill>
                <a:latin typeface="PingFang SC" panose="020B0400000000000000" charset="-122"/>
                <a:ea typeface="PingFang SC" panose="020B0400000000000000" charset="-122"/>
                <a:cs typeface="PingFang SC" panose="020B0400000000000000" charset="-122"/>
              </a:rPr>
              <a:t>6 门核心课覆盖项目全周期，4 个真实场景专题补充行业与交付差异</a:t>
            </a:r>
            <a:r>
              <a:rPr sz="2000" b="0">
                <a:solidFill>
                  <a:srgbClr val="667287"/>
                </a:solidFill>
                <a:latin typeface="PingFang SC" panose="020B0400000000000000" charset="-122"/>
                <a:ea typeface="PingFang SC" panose="020B0400000000000000" charset="-122"/>
                <a:cs typeface="PingFang SC" panose="020B0400000000000000" charset="-122"/>
              </a:rPr>
              <a:t>。</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不仅培养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FDE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帮助企业把某一个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AI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项目做出来，更帮助企业逐渐形成持续建设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AI </a:t>
            </a:r>
            <a:r>
              <a:rPr sz="2600" b="1">
                <a:solidFill>
                  <a:srgbClr val="667287"/>
                </a:solidFill>
                <a:latin typeface="PingFang SC Semibold" panose="020B0400000000000000" charset="-122"/>
                <a:ea typeface="PingFang SC Semibold" panose="020B0400000000000000" charset="-122"/>
                <a:cs typeface="PingFang SC Semibold" panose="020B0400000000000000" charset="-122"/>
              </a:rPr>
              <a:t>的能力。</a:t>
            </a:r>
            <a:endParaRPr sz="2600" b="1">
              <a:solidFill>
                <a:srgbClr val="667287"/>
              </a:solidFill>
              <a:latin typeface="PingFang SC Semibold" panose="020B0400000000000000" charset="-122"/>
              <a:ea typeface="PingFang SC Semibold" panose="020B0400000000000000" charset="-122"/>
              <a:cs typeface="PingFang SC Semibold" panose="020B0400000000000000" charset="-122"/>
            </a:endParaRPr>
          </a:p>
        </p:txBody>
      </p:sp>
      <p:sp>
        <p:nvSpPr>
          <p:cNvPr id="7" name="课程页总数"/>
          <p:cNvSpPr>
            <a:spLocks noGrp="1"/>
          </p:cNvSpPr>
          <p:nvPr/>
        </p:nvSpPr>
        <p:spPr>
          <a:xfrm>
            <a:off x="14668500" y="571500"/>
            <a:ext cx="2495550" cy="790575"/>
          </a:xfrm>
          <a:prstGeom prst="rect">
            <a:avLst/>
          </a:prstGeom>
          <a:noFill/>
          <a:ln w="0">
            <a:noFill/>
            <a:prstDash val="solid"/>
          </a:ln>
        </p:spPr>
        <p:txBody>
          <a:bodyPr wrap="square" lIns="0" tIns="0" rIns="0" bIns="0" anchor="ctr">
            <a:normAutofit/>
          </a:bodyPr>
          <a:lstStyle/>
          <a:p>
            <a:pPr algn="r">
              <a:buNone/>
              <a:defRPr sz="4800" b="1">
                <a:solidFill>
                  <a:srgbClr val="2E5BFF"/>
                </a:solidFill>
                <a:latin typeface="Arial" panose="020B0604020202090204"/>
                <a:ea typeface="Arial" panose="020B0604020202090204"/>
                <a:cs typeface="Arial" panose="020B0604020202090204"/>
              </a:defRPr>
            </a:pPr>
            <a:r>
              <a:rPr sz="4800" b="1">
                <a:solidFill>
                  <a:srgbClr val="2E5BFF"/>
                </a:solidFill>
                <a:latin typeface="Arial" panose="020B0604020202090204"/>
                <a:ea typeface="Arial" panose="020B0604020202090204"/>
                <a:cs typeface="Arial" panose="020B0604020202090204"/>
              </a:rPr>
              <a:t>6 + 4</a:t>
            </a:r>
            <a:endParaRPr sz="4800" b="1">
              <a:solidFill>
                <a:srgbClr val="2E5BFF"/>
              </a:solidFill>
              <a:latin typeface="Arial" panose="020B0604020202090204"/>
              <a:ea typeface="Arial" panose="020B0604020202090204"/>
              <a:cs typeface="Arial" panose="020B0604020202090204"/>
            </a:endParaRPr>
          </a:p>
        </p:txBody>
      </p:sp>
      <p:sp>
        <p:nvSpPr>
          <p:cNvPr id="8" name="课程页总数说明"/>
          <p:cNvSpPr>
            <a:spLocks noGrp="1"/>
          </p:cNvSpPr>
          <p:nvPr/>
        </p:nvSpPr>
        <p:spPr>
          <a:xfrm>
            <a:off x="14668500" y="1381125"/>
            <a:ext cx="2495550" cy="285750"/>
          </a:xfrm>
          <a:prstGeom prst="rect">
            <a:avLst/>
          </a:prstGeom>
          <a:noFill/>
          <a:ln w="0">
            <a:noFill/>
            <a:prstDash val="solid"/>
          </a:ln>
        </p:spPr>
        <p:txBody>
          <a:bodyPr wrap="square" lIns="0" tIns="0" rIns="0" bIns="0" anchor="ctr">
            <a:normAutofit/>
          </a:bodyPr>
          <a:lstStyle/>
          <a:p>
            <a:pPr algn="r">
              <a:buNone/>
              <a:defRPr sz="1500" b="1">
                <a:solidFill>
                  <a:srgbClr val="667287"/>
                </a:solidFill>
                <a:latin typeface="PingFang SC" panose="020B0400000000000000" charset="-122"/>
                <a:ea typeface="PingFang SC" panose="020B0400000000000000" charset="-122"/>
                <a:cs typeface="PingFang SC" panose="020B0400000000000000" charset="-122"/>
              </a:defRPr>
            </a:pPr>
            <a:r>
              <a:rPr sz="1500" b="1">
                <a:solidFill>
                  <a:srgbClr val="667287"/>
                </a:solidFill>
                <a:latin typeface="PingFang SC" panose="020B0400000000000000" charset="-122"/>
                <a:ea typeface="PingFang SC" panose="020B0400000000000000" charset="-122"/>
                <a:cs typeface="PingFang SC" panose="020B0400000000000000" charset="-122"/>
              </a:rPr>
              <a:t>首批课程内容</a:t>
            </a:r>
            <a:endParaRPr sz="1500" b="1">
              <a:solidFill>
                <a:srgbClr val="667287"/>
              </a:solidFill>
              <a:latin typeface="PingFang SC" panose="020B0400000000000000" charset="-122"/>
              <a:ea typeface="PingFang SC" panose="020B0400000000000000" charset="-122"/>
              <a:cs typeface="PingFang SC" panose="020B0400000000000000" charset="-122"/>
            </a:endParaRPr>
          </a:p>
        </p:txBody>
      </p:sp>
      <p:sp>
        <p:nvSpPr>
          <p:cNvPr id="9" name="核心课左侧锚点"/>
          <p:cNvSpPr>
            <a:spLocks noGrp="1"/>
          </p:cNvSpPr>
          <p:nvPr/>
        </p:nvSpPr>
        <p:spPr>
          <a:xfrm>
            <a:off x="1123950" y="2133600"/>
            <a:ext cx="1295400" cy="4591050"/>
          </a:xfrm>
          <a:prstGeom prst="rect">
            <a:avLst/>
          </a:prstGeom>
          <a:solidFill>
            <a:srgbClr val="0B1735"/>
          </a:solidFill>
          <a:ln w="0">
            <a:noFill/>
            <a:prstDash val="solid"/>
          </a:ln>
        </p:spPr>
      </p:sp>
      <p:sp>
        <p:nvSpPr>
          <p:cNvPr id="10" name="核心课数量"/>
          <p:cNvSpPr>
            <a:spLocks noGrp="1"/>
          </p:cNvSpPr>
          <p:nvPr/>
        </p:nvSpPr>
        <p:spPr>
          <a:xfrm>
            <a:off x="1314450" y="2466975"/>
            <a:ext cx="914400" cy="1047750"/>
          </a:xfrm>
          <a:prstGeom prst="rect">
            <a:avLst/>
          </a:prstGeom>
          <a:noFill/>
          <a:ln w="0">
            <a:noFill/>
            <a:prstDash val="solid"/>
          </a:ln>
        </p:spPr>
        <p:txBody>
          <a:bodyPr wrap="square" lIns="0" tIns="0" rIns="0" bIns="0" anchor="ctr">
            <a:normAutofit/>
          </a:bodyPr>
          <a:lstStyle/>
          <a:p>
            <a:pPr algn="ctr">
              <a:buNone/>
              <a:defRPr sz="6450" b="1">
                <a:solidFill>
                  <a:srgbClr val="A8E92D"/>
                </a:solidFill>
                <a:latin typeface="Arial" panose="020B0604020202090204"/>
                <a:ea typeface="Arial" panose="020B0604020202090204"/>
                <a:cs typeface="Arial" panose="020B0604020202090204"/>
              </a:defRPr>
            </a:pPr>
            <a:r>
              <a:rPr sz="6450" b="1">
                <a:solidFill>
                  <a:srgbClr val="A8E92D"/>
                </a:solidFill>
                <a:latin typeface="Arial" panose="020B0604020202090204"/>
                <a:ea typeface="Arial" panose="020B0604020202090204"/>
                <a:cs typeface="Arial" panose="020B0604020202090204"/>
              </a:rPr>
              <a:t>6</a:t>
            </a:r>
            <a:endParaRPr sz="6450" b="1">
              <a:solidFill>
                <a:srgbClr val="A8E92D"/>
              </a:solidFill>
              <a:latin typeface="Arial" panose="020B0604020202090204"/>
              <a:ea typeface="Arial" panose="020B0604020202090204"/>
              <a:cs typeface="Arial" panose="020B0604020202090204"/>
            </a:endParaRPr>
          </a:p>
        </p:txBody>
      </p:sp>
      <p:sp>
        <p:nvSpPr>
          <p:cNvPr id="11" name="核心课标签"/>
          <p:cNvSpPr>
            <a:spLocks noGrp="1"/>
          </p:cNvSpPr>
          <p:nvPr/>
        </p:nvSpPr>
        <p:spPr>
          <a:xfrm>
            <a:off x="1314450" y="3581400"/>
            <a:ext cx="914400" cy="457200"/>
          </a:xfrm>
          <a:prstGeom prst="rect">
            <a:avLst/>
          </a:prstGeom>
          <a:noFill/>
          <a:ln w="0">
            <a:noFill/>
            <a:prstDash val="solid"/>
          </a:ln>
        </p:spPr>
        <p:txBody>
          <a:bodyPr wrap="square" lIns="0" tIns="0" rIns="0" bIns="0" anchor="ctr">
            <a:normAutofit/>
          </a:bodyPr>
          <a:lstStyle/>
          <a:p>
            <a:pPr algn="ctr">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核心课</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12" name="核心课左侧分隔线"/>
          <p:cNvSpPr>
            <a:spLocks noGrp="1"/>
          </p:cNvSpPr>
          <p:nvPr/>
        </p:nvSpPr>
        <p:spPr>
          <a:xfrm>
            <a:off x="1409700" y="4305300"/>
            <a:ext cx="723900" cy="0"/>
          </a:xfrm>
          <a:prstGeom prst="line">
            <a:avLst/>
          </a:prstGeom>
          <a:noFill/>
          <a:ln w="9525">
            <a:solidFill>
              <a:srgbClr val="FFFFFF">
                <a:alpha val="28000"/>
              </a:srgbClr>
            </a:solidFill>
            <a:prstDash val="solid"/>
          </a:ln>
        </p:spPr>
      </p:sp>
      <p:sp>
        <p:nvSpPr>
          <p:cNvPr id="13" name="核心课说明"/>
          <p:cNvSpPr>
            <a:spLocks noGrp="1"/>
          </p:cNvSpPr>
          <p:nvPr/>
        </p:nvSpPr>
        <p:spPr>
          <a:xfrm>
            <a:off x="1352550" y="4533900"/>
            <a:ext cx="838200" cy="1466850"/>
          </a:xfrm>
          <a:prstGeom prst="rect">
            <a:avLst/>
          </a:prstGeom>
          <a:noFill/>
          <a:ln w="0">
            <a:noFill/>
            <a:prstDash val="solid"/>
          </a:ln>
        </p:spPr>
        <p:txBody>
          <a:bodyPr wrap="none" lIns="0" tIns="0" rIns="0" bIns="0" anchor="ctr">
            <a:noAutofit/>
          </a:bodyPr>
          <a:lstStyle/>
          <a:p>
            <a:pPr algn="ctr">
              <a:lnSpc>
                <a:spcPct val="105000"/>
              </a:lnSpc>
              <a:buNone/>
              <a:defRPr sz="1500" b="1">
                <a:solidFill>
                  <a:srgbClr val="AEB9CB"/>
                </a:solidFill>
                <a:latin typeface="PingFang SC" panose="020B0400000000000000" charset="-122"/>
                <a:ea typeface="PingFang SC" panose="020B0400000000000000" charset="-122"/>
                <a:cs typeface="PingFang SC" panose="020B0400000000000000" charset="-122"/>
              </a:defRPr>
            </a:pPr>
            <a:r>
              <a:rPr sz="1500" b="1">
                <a:solidFill>
                  <a:srgbClr val="AEB9CB"/>
                </a:solidFill>
                <a:latin typeface="PingFang SC" panose="020B0400000000000000" charset="-122"/>
                <a:ea typeface="PingFang SC" panose="020B0400000000000000" charset="-122"/>
                <a:cs typeface="PingFang SC" panose="020B0400000000000000" charset="-122"/>
              </a:rPr>
              <a:t>覆盖企业</a:t>
            </a:r>
            <a:endParaRPr sz="1500" b="1">
              <a:solidFill>
                <a:srgbClr val="AEB9CB"/>
              </a:solidFill>
              <a:latin typeface="PingFang SC" panose="020B0400000000000000" charset="-122"/>
              <a:ea typeface="PingFang SC" panose="020B0400000000000000" charset="-122"/>
              <a:cs typeface="PingFang SC" panose="020B0400000000000000" charset="-122"/>
            </a:endParaRPr>
          </a:p>
          <a:p>
            <a:pPr algn="ctr">
              <a:lnSpc>
                <a:spcPct val="105000"/>
              </a:lnSpc>
              <a:buNone/>
              <a:defRPr sz="1500" b="1">
                <a:solidFill>
                  <a:srgbClr val="AEB9CB"/>
                </a:solidFill>
                <a:latin typeface="PingFang SC" panose="020B0400000000000000" charset="-122"/>
                <a:ea typeface="PingFang SC" panose="020B0400000000000000" charset="-122"/>
                <a:cs typeface="PingFang SC" panose="020B0400000000000000" charset="-122"/>
              </a:defRPr>
            </a:pPr>
            <a:r>
              <a:rPr sz="1500" b="1">
                <a:solidFill>
                  <a:srgbClr val="AEB9CB"/>
                </a:solidFill>
                <a:latin typeface="PingFang SC" panose="020B0400000000000000" charset="-122"/>
                <a:ea typeface="PingFang SC" panose="020B0400000000000000" charset="-122"/>
                <a:cs typeface="PingFang SC" panose="020B0400000000000000" charset="-122"/>
              </a:rPr>
              <a:t>AI 项目</a:t>
            </a:r>
            <a:endParaRPr sz="1500" b="1">
              <a:solidFill>
                <a:srgbClr val="AEB9CB"/>
              </a:solidFill>
              <a:latin typeface="PingFang SC" panose="020B0400000000000000" charset="-122"/>
              <a:ea typeface="PingFang SC" panose="020B0400000000000000" charset="-122"/>
              <a:cs typeface="PingFang SC" panose="020B0400000000000000" charset="-122"/>
            </a:endParaRPr>
          </a:p>
          <a:p>
            <a:pPr algn="ctr">
              <a:lnSpc>
                <a:spcPct val="105000"/>
              </a:lnSpc>
              <a:buNone/>
              <a:defRPr sz="1500" b="1">
                <a:solidFill>
                  <a:srgbClr val="AEB9CB"/>
                </a:solidFill>
                <a:latin typeface="PingFang SC" panose="020B0400000000000000" charset="-122"/>
                <a:ea typeface="PingFang SC" panose="020B0400000000000000" charset="-122"/>
                <a:cs typeface="PingFang SC" panose="020B0400000000000000" charset="-122"/>
              </a:defRPr>
            </a:pPr>
            <a:r>
              <a:rPr sz="1500" b="1">
                <a:solidFill>
                  <a:srgbClr val="AEB9CB"/>
                </a:solidFill>
                <a:latin typeface="PingFang SC" panose="020B0400000000000000" charset="-122"/>
                <a:ea typeface="PingFang SC" panose="020B0400000000000000" charset="-122"/>
                <a:cs typeface="PingFang SC" panose="020B0400000000000000" charset="-122"/>
              </a:rPr>
              <a:t>全过程</a:t>
            </a:r>
            <a:endParaRPr sz="1500" b="1">
              <a:solidFill>
                <a:srgbClr val="AEB9CB"/>
              </a:solidFill>
              <a:latin typeface="PingFang SC" panose="020B0400000000000000" charset="-122"/>
              <a:ea typeface="PingFang SC" panose="020B0400000000000000" charset="-122"/>
              <a:cs typeface="PingFang SC" panose="020B0400000000000000" charset="-122"/>
            </a:endParaRPr>
          </a:p>
        </p:txBody>
      </p:sp>
      <p:sp>
        <p:nvSpPr>
          <p:cNvPr id="14" name="项目全周期主轴"/>
          <p:cNvSpPr>
            <a:spLocks noGrp="1"/>
          </p:cNvSpPr>
          <p:nvPr/>
        </p:nvSpPr>
        <p:spPr>
          <a:xfrm>
            <a:off x="2857500" y="5848350"/>
            <a:ext cx="14135100" cy="0"/>
          </a:xfrm>
          <a:prstGeom prst="line">
            <a:avLst/>
          </a:prstGeom>
          <a:noFill/>
          <a:ln w="28575">
            <a:solidFill>
              <a:srgbClr val="D8DFEA"/>
            </a:solidFill>
            <a:prstDash val="solid"/>
          </a:ln>
        </p:spPr>
      </p:sp>
      <p:sp>
        <p:nvSpPr>
          <p:cNvPr id="15" name="核心课序号-1"/>
          <p:cNvSpPr>
            <a:spLocks noGrp="1"/>
          </p:cNvSpPr>
          <p:nvPr/>
        </p:nvSpPr>
        <p:spPr>
          <a:xfrm>
            <a:off x="2876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01</a:t>
            </a:r>
            <a:endParaRPr sz="3750" b="1">
              <a:solidFill>
                <a:srgbClr val="E7EDFF"/>
              </a:solidFill>
              <a:latin typeface="Arial" panose="020B0604020202090204"/>
              <a:ea typeface="Arial" panose="020B0604020202090204"/>
              <a:cs typeface="Arial" panose="020B0604020202090204"/>
            </a:endParaRPr>
          </a:p>
        </p:txBody>
      </p:sp>
      <p:sp>
        <p:nvSpPr>
          <p:cNvPr id="16" name="核心课强调线-1"/>
          <p:cNvSpPr>
            <a:spLocks noGrp="1"/>
          </p:cNvSpPr>
          <p:nvPr/>
        </p:nvSpPr>
        <p:spPr>
          <a:xfrm>
            <a:off x="2876550" y="2952750"/>
            <a:ext cx="514350" cy="57150"/>
          </a:xfrm>
          <a:prstGeom prst="rect">
            <a:avLst/>
          </a:prstGeom>
          <a:solidFill>
            <a:srgbClr val="2E5BFF"/>
          </a:solidFill>
          <a:ln w="0">
            <a:noFill/>
            <a:prstDash val="solid"/>
          </a:ln>
        </p:spPr>
      </p:sp>
      <p:sp>
        <p:nvSpPr>
          <p:cNvPr id="17" name="核心课名称-1"/>
          <p:cNvSpPr>
            <a:spLocks noGrp="1"/>
          </p:cNvSpPr>
          <p:nvPr/>
        </p:nvSpPr>
        <p:spPr>
          <a:xfrm>
            <a:off x="2876550" y="3200400"/>
            <a:ext cx="2032000" cy="990600"/>
          </a:xfrm>
          <a:prstGeom prst="rect">
            <a:avLst/>
          </a:prstGeom>
          <a:noFill/>
          <a:ln w="0">
            <a:noFill/>
            <a:prstDash val="solid"/>
          </a:ln>
        </p:spPr>
        <p:txBody>
          <a:bodyPr wrap="square" lIns="0" tIns="0" rIns="0" bIns="0" anchor="t">
            <a:normAutofit/>
          </a:bodyPr>
          <a:lstStyle/>
          <a:p>
            <a:pPr algn="l">
              <a:buNone/>
              <a:defRPr sz="2025" b="1">
                <a:solidFill>
                  <a:srgbClr val="0D1420"/>
                </a:solidFill>
                <a:latin typeface="PingFang SC" panose="020B0400000000000000" charset="-122"/>
                <a:ea typeface="PingFang SC" panose="020B0400000000000000" charset="-122"/>
                <a:cs typeface="PingFang SC" panose="020B0400000000000000" charset="-122"/>
              </a:defRPr>
            </a:pPr>
            <a:r>
              <a:rPr sz="2025" b="1">
                <a:solidFill>
                  <a:srgbClr val="0D1420"/>
                </a:solidFill>
                <a:latin typeface="PingFang SC" panose="020B0400000000000000" charset="-122"/>
                <a:ea typeface="PingFang SC" panose="020B0400000000000000" charset="-122"/>
                <a:cs typeface="PingFang SC" panose="020B0400000000000000" charset="-122"/>
              </a:rPr>
              <a:t>成为 FDE：角色、项目与报价</a:t>
            </a:r>
            <a:endParaRPr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18" name="核心课讲师-1"/>
          <p:cNvSpPr>
            <a:spLocks noGrp="1"/>
          </p:cNvSpPr>
          <p:nvPr/>
        </p:nvSpPr>
        <p:spPr>
          <a:xfrm>
            <a:off x="2876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讲师：谢尧</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19" name="核心课讲师身份-1"/>
          <p:cNvSpPr>
            <a:spLocks noGrp="1"/>
          </p:cNvSpPr>
          <p:nvPr/>
        </p:nvSpPr>
        <p:spPr>
          <a:xfrm>
            <a:off x="2876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继达智成科技创始人，前字节产品经理</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20" name="核心课主轴节点-1"/>
          <p:cNvSpPr>
            <a:spLocks noGrp="1"/>
          </p:cNvSpPr>
          <p:nvPr/>
        </p:nvSpPr>
        <p:spPr>
          <a:xfrm>
            <a:off x="3816350" y="5772150"/>
            <a:ext cx="152400" cy="152400"/>
          </a:xfrm>
          <a:prstGeom prst="rect">
            <a:avLst/>
          </a:prstGeom>
          <a:solidFill>
            <a:srgbClr val="2E5BFF"/>
          </a:solidFill>
          <a:ln w="0">
            <a:noFill/>
            <a:prstDash val="solid"/>
          </a:ln>
        </p:spPr>
      </p:sp>
      <p:sp>
        <p:nvSpPr>
          <p:cNvPr id="21" name="核心课阶段-1"/>
          <p:cNvSpPr>
            <a:spLocks noGrp="1"/>
          </p:cNvSpPr>
          <p:nvPr/>
        </p:nvSpPr>
        <p:spPr>
          <a:xfrm>
            <a:off x="2781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角色与项目</a:t>
            </a:r>
            <a:endParaRPr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22" name="核心课分隔线-2"/>
          <p:cNvSpPr>
            <a:spLocks noGrp="1"/>
          </p:cNvSpPr>
          <p:nvPr/>
        </p:nvSpPr>
        <p:spPr>
          <a:xfrm>
            <a:off x="5099050" y="2247900"/>
            <a:ext cx="0" cy="3219450"/>
          </a:xfrm>
          <a:prstGeom prst="line">
            <a:avLst/>
          </a:prstGeom>
          <a:noFill/>
          <a:ln w="9525">
            <a:solidFill>
              <a:srgbClr val="D8DFEA"/>
            </a:solidFill>
            <a:prstDash val="solid"/>
          </a:ln>
        </p:spPr>
      </p:sp>
      <p:sp>
        <p:nvSpPr>
          <p:cNvPr id="23" name="核心课序号-2"/>
          <p:cNvSpPr>
            <a:spLocks noGrp="1"/>
          </p:cNvSpPr>
          <p:nvPr/>
        </p:nvSpPr>
        <p:spPr>
          <a:xfrm>
            <a:off x="5289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02</a:t>
            </a:r>
            <a:endParaRPr sz="3750" b="1">
              <a:solidFill>
                <a:srgbClr val="E7EDFF"/>
              </a:solidFill>
              <a:latin typeface="Arial" panose="020B0604020202090204"/>
              <a:ea typeface="Arial" panose="020B0604020202090204"/>
              <a:cs typeface="Arial" panose="020B0604020202090204"/>
            </a:endParaRPr>
          </a:p>
        </p:txBody>
      </p:sp>
      <p:sp>
        <p:nvSpPr>
          <p:cNvPr id="24" name="核心课强调线-2"/>
          <p:cNvSpPr>
            <a:spLocks noGrp="1"/>
          </p:cNvSpPr>
          <p:nvPr/>
        </p:nvSpPr>
        <p:spPr>
          <a:xfrm>
            <a:off x="5289550" y="2952750"/>
            <a:ext cx="514350" cy="57150"/>
          </a:xfrm>
          <a:prstGeom prst="rect">
            <a:avLst/>
          </a:prstGeom>
          <a:solidFill>
            <a:srgbClr val="2E5BFF"/>
          </a:solidFill>
          <a:ln w="0">
            <a:noFill/>
            <a:prstDash val="solid"/>
          </a:ln>
        </p:spPr>
      </p:sp>
      <p:sp>
        <p:nvSpPr>
          <p:cNvPr id="25" name="核心课名称-2"/>
          <p:cNvSpPr>
            <a:spLocks noGrp="1"/>
          </p:cNvSpPr>
          <p:nvPr/>
        </p:nvSpPr>
        <p:spPr>
          <a:xfrm>
            <a:off x="5289550" y="3200400"/>
            <a:ext cx="2032000" cy="990600"/>
          </a:xfrm>
          <a:prstGeom prst="rect">
            <a:avLst/>
          </a:prstGeom>
          <a:noFill/>
          <a:ln w="0">
            <a:noFill/>
            <a:prstDash val="solid"/>
          </a:ln>
        </p:spPr>
        <p:txBody>
          <a:bodyPr wrap="square" lIns="0" tIns="0" rIns="0" bIns="0" anchor="t">
            <a:normAutofit/>
          </a:bodyPr>
          <a:lstStyle/>
          <a:p>
            <a:pPr algn="l">
              <a:buNone/>
              <a:defRPr sz="2025" b="1">
                <a:solidFill>
                  <a:srgbClr val="0D1420"/>
                </a:solidFill>
                <a:latin typeface="PingFang SC" panose="020B0400000000000000" charset="-122"/>
                <a:ea typeface="PingFang SC" panose="020B0400000000000000" charset="-122"/>
                <a:cs typeface="PingFang SC" panose="020B0400000000000000" charset="-122"/>
              </a:defRPr>
            </a:pPr>
            <a:r>
              <a:rPr sz="2025" b="1">
                <a:solidFill>
                  <a:srgbClr val="0D1420"/>
                </a:solidFill>
                <a:latin typeface="PingFang SC" panose="020B0400000000000000" charset="-122"/>
                <a:ea typeface="PingFang SC" panose="020B0400000000000000" charset="-122"/>
                <a:cs typeface="PingFang SC" panose="020B0400000000000000" charset="-122"/>
              </a:rPr>
              <a:t>企业需求发现与项目定义</a:t>
            </a:r>
            <a:endParaRPr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26" name="核心课讲师-2"/>
          <p:cNvSpPr>
            <a:spLocks noGrp="1"/>
          </p:cNvSpPr>
          <p:nvPr/>
        </p:nvSpPr>
        <p:spPr>
          <a:xfrm>
            <a:off x="5289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讲师：Kevin Zhang</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27" name="核心课讲师身份-2"/>
          <p:cNvSpPr>
            <a:spLocks noGrp="1"/>
          </p:cNvSpPr>
          <p:nvPr/>
        </p:nvSpPr>
        <p:spPr>
          <a:xfrm>
            <a:off x="5289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CA咨询圈创始人，12年+咨询经验</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28" name="核心课主轴节点-2"/>
          <p:cNvSpPr>
            <a:spLocks noGrp="1"/>
          </p:cNvSpPr>
          <p:nvPr/>
        </p:nvSpPr>
        <p:spPr>
          <a:xfrm>
            <a:off x="6229350" y="5772150"/>
            <a:ext cx="152400" cy="152400"/>
          </a:xfrm>
          <a:prstGeom prst="rect">
            <a:avLst/>
          </a:prstGeom>
          <a:solidFill>
            <a:srgbClr val="2E5BFF"/>
          </a:solidFill>
          <a:ln w="0">
            <a:noFill/>
            <a:prstDash val="solid"/>
          </a:ln>
        </p:spPr>
      </p:sp>
      <p:sp>
        <p:nvSpPr>
          <p:cNvPr id="29" name="核心课阶段-2"/>
          <p:cNvSpPr>
            <a:spLocks noGrp="1"/>
          </p:cNvSpPr>
          <p:nvPr/>
        </p:nvSpPr>
        <p:spPr>
          <a:xfrm>
            <a:off x="5194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需求定义</a:t>
            </a:r>
            <a:endParaRPr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30" name="核心课分隔线-3"/>
          <p:cNvSpPr>
            <a:spLocks noGrp="1"/>
          </p:cNvSpPr>
          <p:nvPr/>
        </p:nvSpPr>
        <p:spPr>
          <a:xfrm>
            <a:off x="7512050" y="2247900"/>
            <a:ext cx="0" cy="3219450"/>
          </a:xfrm>
          <a:prstGeom prst="line">
            <a:avLst/>
          </a:prstGeom>
          <a:noFill/>
          <a:ln w="9525">
            <a:solidFill>
              <a:srgbClr val="D8DFEA"/>
            </a:solidFill>
            <a:prstDash val="solid"/>
          </a:ln>
        </p:spPr>
      </p:sp>
      <p:sp>
        <p:nvSpPr>
          <p:cNvPr id="31" name="核心课序号-3"/>
          <p:cNvSpPr>
            <a:spLocks noGrp="1"/>
          </p:cNvSpPr>
          <p:nvPr/>
        </p:nvSpPr>
        <p:spPr>
          <a:xfrm>
            <a:off x="7702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03</a:t>
            </a:r>
            <a:endParaRPr sz="3750" b="1">
              <a:solidFill>
                <a:srgbClr val="E7EDFF"/>
              </a:solidFill>
              <a:latin typeface="Arial" panose="020B0604020202090204"/>
              <a:ea typeface="Arial" panose="020B0604020202090204"/>
              <a:cs typeface="Arial" panose="020B0604020202090204"/>
            </a:endParaRPr>
          </a:p>
        </p:txBody>
      </p:sp>
      <p:sp>
        <p:nvSpPr>
          <p:cNvPr id="32" name="核心课强调线-3"/>
          <p:cNvSpPr>
            <a:spLocks noGrp="1"/>
          </p:cNvSpPr>
          <p:nvPr/>
        </p:nvSpPr>
        <p:spPr>
          <a:xfrm>
            <a:off x="7702550" y="2952750"/>
            <a:ext cx="514350" cy="57150"/>
          </a:xfrm>
          <a:prstGeom prst="rect">
            <a:avLst/>
          </a:prstGeom>
          <a:solidFill>
            <a:srgbClr val="2E5BFF"/>
          </a:solidFill>
          <a:ln w="0">
            <a:noFill/>
            <a:prstDash val="solid"/>
          </a:ln>
        </p:spPr>
      </p:sp>
      <p:sp>
        <p:nvSpPr>
          <p:cNvPr id="33" name="核心课名称-3"/>
          <p:cNvSpPr>
            <a:spLocks noGrp="1"/>
          </p:cNvSpPr>
          <p:nvPr/>
        </p:nvSpPr>
        <p:spPr>
          <a:xfrm>
            <a:off x="7702550" y="3200400"/>
            <a:ext cx="2032000" cy="990600"/>
          </a:xfrm>
          <a:prstGeom prst="rect">
            <a:avLst/>
          </a:prstGeom>
          <a:noFill/>
          <a:ln w="0">
            <a:noFill/>
            <a:prstDash val="solid"/>
          </a:ln>
        </p:spPr>
        <p:txBody>
          <a:bodyPr wrap="square" lIns="0" tIns="0" rIns="0" bIns="0" anchor="t">
            <a:normAutofit/>
          </a:bodyPr>
          <a:lstStyle/>
          <a:p>
            <a:pPr algn="l">
              <a:buNone/>
              <a:defRPr sz="2025" b="1">
                <a:solidFill>
                  <a:srgbClr val="0D1420"/>
                </a:solidFill>
                <a:latin typeface="PingFang SC" panose="020B0400000000000000" charset="-122"/>
                <a:ea typeface="PingFang SC" panose="020B0400000000000000" charset="-122"/>
                <a:cs typeface="PingFang SC" panose="020B0400000000000000" charset="-122"/>
              </a:defRPr>
            </a:pPr>
            <a:r>
              <a:rPr sz="2025" b="1">
                <a:solidFill>
                  <a:srgbClr val="0D1420"/>
                </a:solidFill>
                <a:latin typeface="PingFang SC" panose="020B0400000000000000" charset="-122"/>
                <a:ea typeface="PingFang SC" panose="020B0400000000000000" charset="-122"/>
                <a:cs typeface="PingFang SC" panose="020B0400000000000000" charset="-122"/>
              </a:rPr>
              <a:t>企业知识梳理与</a:t>
            </a:r>
            <a:r>
              <a:rPr lang="zh-CN" sz="2025" b="1">
                <a:solidFill>
                  <a:srgbClr val="0D1420"/>
                </a:solidFill>
                <a:latin typeface="PingFang SC" panose="020B0400000000000000" charset="-122"/>
                <a:ea typeface="PingFang SC" panose="020B0400000000000000" charset="-122"/>
                <a:cs typeface="PingFang SC" panose="020B0400000000000000" charset="-122"/>
              </a:rPr>
              <a:t>萃取</a:t>
            </a:r>
            <a:endParaRPr lang="zh-CN"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34" name="核心课讲师-3"/>
          <p:cNvSpPr>
            <a:spLocks noGrp="1"/>
          </p:cNvSpPr>
          <p:nvPr/>
        </p:nvSpPr>
        <p:spPr>
          <a:xfrm>
            <a:off x="7702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讲师：赵艺琳</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35" name="核心课讲师身份-3"/>
          <p:cNvSpPr>
            <a:spLocks noGrp="1"/>
          </p:cNvSpPr>
          <p:nvPr/>
        </p:nvSpPr>
        <p:spPr>
          <a:xfrm>
            <a:off x="7702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叁点一四咨询创始人</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36" name="核心课主轴节点-3"/>
          <p:cNvSpPr>
            <a:spLocks noGrp="1"/>
          </p:cNvSpPr>
          <p:nvPr/>
        </p:nvSpPr>
        <p:spPr>
          <a:xfrm>
            <a:off x="8642350" y="5772150"/>
            <a:ext cx="152400" cy="152400"/>
          </a:xfrm>
          <a:prstGeom prst="rect">
            <a:avLst/>
          </a:prstGeom>
          <a:solidFill>
            <a:srgbClr val="2E5BFF"/>
          </a:solidFill>
          <a:ln w="0">
            <a:noFill/>
            <a:prstDash val="solid"/>
          </a:ln>
        </p:spPr>
      </p:sp>
      <p:sp>
        <p:nvSpPr>
          <p:cNvPr id="37" name="核心课阶段-3"/>
          <p:cNvSpPr>
            <a:spLocks noGrp="1"/>
          </p:cNvSpPr>
          <p:nvPr/>
        </p:nvSpPr>
        <p:spPr>
          <a:xfrm>
            <a:off x="7607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知识</a:t>
            </a:r>
            <a:r>
              <a:rPr lang="zh-CN" sz="1500" b="1">
                <a:solidFill>
                  <a:srgbClr val="0D1420"/>
                </a:solidFill>
                <a:latin typeface="PingFang SC" panose="020B0400000000000000" charset="-122"/>
                <a:ea typeface="PingFang SC" panose="020B0400000000000000" charset="-122"/>
                <a:cs typeface="PingFang SC" panose="020B0400000000000000" charset="-122"/>
              </a:rPr>
              <a:t>萃取</a:t>
            </a:r>
            <a:endParaRPr lang="zh-CN"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38" name="核心课分隔线-4"/>
          <p:cNvSpPr>
            <a:spLocks noGrp="1"/>
          </p:cNvSpPr>
          <p:nvPr/>
        </p:nvSpPr>
        <p:spPr>
          <a:xfrm>
            <a:off x="9925050" y="2247900"/>
            <a:ext cx="0" cy="3219450"/>
          </a:xfrm>
          <a:prstGeom prst="line">
            <a:avLst/>
          </a:prstGeom>
          <a:noFill/>
          <a:ln w="9525">
            <a:solidFill>
              <a:srgbClr val="D8DFEA"/>
            </a:solidFill>
            <a:prstDash val="solid"/>
          </a:ln>
        </p:spPr>
      </p:sp>
      <p:sp>
        <p:nvSpPr>
          <p:cNvPr id="39" name="核心课序号-4"/>
          <p:cNvSpPr>
            <a:spLocks noGrp="1"/>
          </p:cNvSpPr>
          <p:nvPr/>
        </p:nvSpPr>
        <p:spPr>
          <a:xfrm>
            <a:off x="10115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04</a:t>
            </a:r>
            <a:endParaRPr sz="3750" b="1">
              <a:solidFill>
                <a:srgbClr val="E7EDFF"/>
              </a:solidFill>
              <a:latin typeface="Arial" panose="020B0604020202090204"/>
              <a:ea typeface="Arial" panose="020B0604020202090204"/>
              <a:cs typeface="Arial" panose="020B0604020202090204"/>
            </a:endParaRPr>
          </a:p>
        </p:txBody>
      </p:sp>
      <p:sp>
        <p:nvSpPr>
          <p:cNvPr id="40" name="核心课强调线-4"/>
          <p:cNvSpPr>
            <a:spLocks noGrp="1"/>
          </p:cNvSpPr>
          <p:nvPr/>
        </p:nvSpPr>
        <p:spPr>
          <a:xfrm>
            <a:off x="10115550" y="2952750"/>
            <a:ext cx="514350" cy="57150"/>
          </a:xfrm>
          <a:prstGeom prst="rect">
            <a:avLst/>
          </a:prstGeom>
          <a:solidFill>
            <a:srgbClr val="173FC7"/>
          </a:solidFill>
          <a:ln w="0">
            <a:noFill/>
            <a:prstDash val="solid"/>
          </a:ln>
        </p:spPr>
      </p:sp>
      <p:sp>
        <p:nvSpPr>
          <p:cNvPr id="41" name="核心课名称-4"/>
          <p:cNvSpPr>
            <a:spLocks noGrp="1"/>
          </p:cNvSpPr>
          <p:nvPr/>
        </p:nvSpPr>
        <p:spPr>
          <a:xfrm>
            <a:off x="10115550" y="3200400"/>
            <a:ext cx="2032000" cy="990600"/>
          </a:xfrm>
          <a:prstGeom prst="rect">
            <a:avLst/>
          </a:prstGeom>
          <a:noFill/>
          <a:ln w="0">
            <a:noFill/>
            <a:prstDash val="solid"/>
          </a:ln>
        </p:spPr>
        <p:txBody>
          <a:bodyPr wrap="square" lIns="0" tIns="0" rIns="0" bIns="0" anchor="t">
            <a:normAutofit/>
          </a:bodyPr>
          <a:lstStyle/>
          <a:p>
            <a:pPr algn="l">
              <a:buNone/>
              <a:defRPr sz="2025" b="1">
                <a:solidFill>
                  <a:srgbClr val="0D1420"/>
                </a:solidFill>
                <a:latin typeface="PingFang SC" panose="020B0400000000000000" charset="-122"/>
                <a:ea typeface="PingFang SC" panose="020B0400000000000000" charset="-122"/>
                <a:cs typeface="PingFang SC" panose="020B0400000000000000" charset="-122"/>
              </a:defRPr>
            </a:pPr>
            <a:r>
              <a:rPr sz="2025" b="1">
                <a:solidFill>
                  <a:srgbClr val="0D1420"/>
                </a:solidFill>
                <a:latin typeface="PingFang SC" panose="020B0400000000000000" charset="-122"/>
                <a:ea typeface="PingFang SC" panose="020B0400000000000000" charset="-122"/>
                <a:cs typeface="PingFang SC" panose="020B0400000000000000" charset="-122"/>
              </a:rPr>
              <a:t>AI 方案、架构与 PoC</a:t>
            </a:r>
            <a:endParaRPr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42" name="核心课讲师-4"/>
          <p:cNvSpPr>
            <a:spLocks noGrp="1"/>
          </p:cNvSpPr>
          <p:nvPr/>
        </p:nvSpPr>
        <p:spPr>
          <a:xfrm>
            <a:off x="10115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讲师：毛卫俊</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43" name="核心课讲师身份-4"/>
          <p:cNvSpPr>
            <a:spLocks noGrp="1"/>
          </p:cNvSpPr>
          <p:nvPr/>
        </p:nvSpPr>
        <p:spPr>
          <a:xfrm>
            <a:off x="10115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杭州舳舻科技创始人</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44" name="核心课主轴节点-4"/>
          <p:cNvSpPr>
            <a:spLocks noGrp="1"/>
          </p:cNvSpPr>
          <p:nvPr/>
        </p:nvSpPr>
        <p:spPr>
          <a:xfrm>
            <a:off x="11055350" y="5772150"/>
            <a:ext cx="152400" cy="152400"/>
          </a:xfrm>
          <a:prstGeom prst="rect">
            <a:avLst/>
          </a:prstGeom>
          <a:solidFill>
            <a:srgbClr val="173FC7"/>
          </a:solidFill>
          <a:ln w="0">
            <a:noFill/>
            <a:prstDash val="solid"/>
          </a:ln>
        </p:spPr>
      </p:sp>
      <p:sp>
        <p:nvSpPr>
          <p:cNvPr id="45" name="核心课阶段-4"/>
          <p:cNvSpPr>
            <a:spLocks noGrp="1"/>
          </p:cNvSpPr>
          <p:nvPr/>
        </p:nvSpPr>
        <p:spPr>
          <a:xfrm>
            <a:off x="10020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方案验证</a:t>
            </a:r>
            <a:endParaRPr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46" name="核心课分隔线-5"/>
          <p:cNvSpPr>
            <a:spLocks noGrp="1"/>
          </p:cNvSpPr>
          <p:nvPr/>
        </p:nvSpPr>
        <p:spPr>
          <a:xfrm>
            <a:off x="12338050" y="2247900"/>
            <a:ext cx="0" cy="3219450"/>
          </a:xfrm>
          <a:prstGeom prst="line">
            <a:avLst/>
          </a:prstGeom>
          <a:noFill/>
          <a:ln w="9525">
            <a:solidFill>
              <a:srgbClr val="D8DFEA"/>
            </a:solidFill>
            <a:prstDash val="solid"/>
          </a:ln>
        </p:spPr>
      </p:sp>
      <p:sp>
        <p:nvSpPr>
          <p:cNvPr id="47" name="核心课序号-5"/>
          <p:cNvSpPr>
            <a:spLocks noGrp="1"/>
          </p:cNvSpPr>
          <p:nvPr/>
        </p:nvSpPr>
        <p:spPr>
          <a:xfrm>
            <a:off x="12528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05</a:t>
            </a:r>
            <a:endParaRPr sz="3750" b="1">
              <a:solidFill>
                <a:srgbClr val="E7EDFF"/>
              </a:solidFill>
              <a:latin typeface="Arial" panose="020B0604020202090204"/>
              <a:ea typeface="Arial" panose="020B0604020202090204"/>
              <a:cs typeface="Arial" panose="020B0604020202090204"/>
            </a:endParaRPr>
          </a:p>
        </p:txBody>
      </p:sp>
      <p:sp>
        <p:nvSpPr>
          <p:cNvPr id="48" name="核心课强调线-5"/>
          <p:cNvSpPr>
            <a:spLocks noGrp="1"/>
          </p:cNvSpPr>
          <p:nvPr/>
        </p:nvSpPr>
        <p:spPr>
          <a:xfrm>
            <a:off x="12528550" y="2952750"/>
            <a:ext cx="514350" cy="57150"/>
          </a:xfrm>
          <a:prstGeom prst="rect">
            <a:avLst/>
          </a:prstGeom>
          <a:solidFill>
            <a:srgbClr val="173FC7"/>
          </a:solidFill>
          <a:ln w="0">
            <a:noFill/>
            <a:prstDash val="solid"/>
          </a:ln>
        </p:spPr>
      </p:sp>
      <p:sp>
        <p:nvSpPr>
          <p:cNvPr id="49" name="核心课名称-5"/>
          <p:cNvSpPr>
            <a:spLocks noGrp="1"/>
          </p:cNvSpPr>
          <p:nvPr/>
        </p:nvSpPr>
        <p:spPr>
          <a:xfrm>
            <a:off x="12528550" y="3200400"/>
            <a:ext cx="2032000" cy="990600"/>
          </a:xfrm>
          <a:prstGeom prst="rect">
            <a:avLst/>
          </a:prstGeom>
          <a:noFill/>
          <a:ln w="0">
            <a:noFill/>
            <a:prstDash val="solid"/>
          </a:ln>
        </p:spPr>
        <p:txBody>
          <a:bodyPr wrap="square" lIns="0" tIns="0" rIns="0" bIns="0" anchor="t">
            <a:normAutofit/>
          </a:bodyPr>
          <a:lstStyle/>
          <a:p>
            <a:pPr algn="l">
              <a:buNone/>
              <a:defRPr sz="2025" b="1">
                <a:solidFill>
                  <a:srgbClr val="0D1420"/>
                </a:solidFill>
                <a:latin typeface="PingFang SC" panose="020B0400000000000000" charset="-122"/>
                <a:ea typeface="PingFang SC" panose="020B0400000000000000" charset="-122"/>
                <a:cs typeface="PingFang SC" panose="020B0400000000000000" charset="-122"/>
              </a:defRPr>
            </a:pPr>
            <a:r>
              <a:rPr sz="2025" b="1">
                <a:solidFill>
                  <a:srgbClr val="0D1420"/>
                </a:solidFill>
                <a:latin typeface="PingFang SC" panose="020B0400000000000000" charset="-122"/>
                <a:ea typeface="PingFang SC" panose="020B0400000000000000" charset="-122"/>
                <a:cs typeface="PingFang SC" panose="020B0400000000000000" charset="-122"/>
              </a:rPr>
              <a:t>从 Demo 到生产：上线、交付与能力移交</a:t>
            </a:r>
            <a:endParaRPr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50" name="核心课讲师-5"/>
          <p:cNvSpPr>
            <a:spLocks noGrp="1"/>
          </p:cNvSpPr>
          <p:nvPr/>
        </p:nvSpPr>
        <p:spPr>
          <a:xfrm>
            <a:off x="12528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讲师：Michael</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51" name="核心课讲师身份-5"/>
          <p:cNvSpPr>
            <a:spLocks noGrp="1"/>
          </p:cNvSpPr>
          <p:nvPr/>
        </p:nvSpPr>
        <p:spPr>
          <a:xfrm>
            <a:off x="12528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Cherry Studio 商业化及 FDE 负责人</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52" name="核心课主轴节点-5"/>
          <p:cNvSpPr>
            <a:spLocks noGrp="1"/>
          </p:cNvSpPr>
          <p:nvPr/>
        </p:nvSpPr>
        <p:spPr>
          <a:xfrm>
            <a:off x="13468350" y="5772150"/>
            <a:ext cx="152400" cy="152400"/>
          </a:xfrm>
          <a:prstGeom prst="rect">
            <a:avLst/>
          </a:prstGeom>
          <a:solidFill>
            <a:srgbClr val="173FC7"/>
          </a:solidFill>
          <a:ln w="0">
            <a:noFill/>
            <a:prstDash val="solid"/>
          </a:ln>
        </p:spPr>
      </p:sp>
      <p:sp>
        <p:nvSpPr>
          <p:cNvPr id="53" name="核心课阶段-5"/>
          <p:cNvSpPr>
            <a:spLocks noGrp="1"/>
          </p:cNvSpPr>
          <p:nvPr/>
        </p:nvSpPr>
        <p:spPr>
          <a:xfrm>
            <a:off x="12433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生产交付</a:t>
            </a:r>
            <a:endParaRPr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54" name="核心课分隔线-6"/>
          <p:cNvSpPr>
            <a:spLocks noGrp="1"/>
          </p:cNvSpPr>
          <p:nvPr/>
        </p:nvSpPr>
        <p:spPr>
          <a:xfrm>
            <a:off x="14751050" y="2247900"/>
            <a:ext cx="0" cy="3219450"/>
          </a:xfrm>
          <a:prstGeom prst="line">
            <a:avLst/>
          </a:prstGeom>
          <a:noFill/>
          <a:ln w="9525">
            <a:solidFill>
              <a:srgbClr val="D8DFEA"/>
            </a:solidFill>
            <a:prstDash val="solid"/>
          </a:ln>
        </p:spPr>
      </p:sp>
      <p:sp>
        <p:nvSpPr>
          <p:cNvPr id="55" name="核心课序号-6"/>
          <p:cNvSpPr>
            <a:spLocks noGrp="1"/>
          </p:cNvSpPr>
          <p:nvPr/>
        </p:nvSpPr>
        <p:spPr>
          <a:xfrm>
            <a:off x="14941550" y="2247900"/>
            <a:ext cx="2032000" cy="647700"/>
          </a:xfrm>
          <a:prstGeom prst="rect">
            <a:avLst/>
          </a:prstGeom>
          <a:noFill/>
          <a:ln w="0">
            <a:noFill/>
            <a:prstDash val="solid"/>
          </a:ln>
        </p:spPr>
        <p:txBody>
          <a:bodyPr wrap="square" lIns="0" tIns="0" rIns="0" bIns="0" anchor="ctr">
            <a:normAutofit/>
          </a:bodyPr>
          <a:lstStyle/>
          <a:p>
            <a:pPr algn="l">
              <a:buNone/>
              <a:defRPr sz="3750" b="1">
                <a:solidFill>
                  <a:srgbClr val="E7EDFF"/>
                </a:solidFill>
                <a:latin typeface="Arial" panose="020B0604020202090204"/>
                <a:ea typeface="Arial" panose="020B0604020202090204"/>
                <a:cs typeface="Arial" panose="020B0604020202090204"/>
              </a:defRPr>
            </a:pPr>
            <a:r>
              <a:rPr sz="3750" b="1">
                <a:solidFill>
                  <a:srgbClr val="E7EDFF"/>
                </a:solidFill>
                <a:latin typeface="Arial" panose="020B0604020202090204"/>
                <a:ea typeface="Arial" panose="020B0604020202090204"/>
                <a:cs typeface="Arial" panose="020B0604020202090204"/>
              </a:rPr>
              <a:t>06</a:t>
            </a:r>
            <a:endParaRPr sz="3750" b="1">
              <a:solidFill>
                <a:srgbClr val="E7EDFF"/>
              </a:solidFill>
              <a:latin typeface="Arial" panose="020B0604020202090204"/>
              <a:ea typeface="Arial" panose="020B0604020202090204"/>
              <a:cs typeface="Arial" panose="020B0604020202090204"/>
            </a:endParaRPr>
          </a:p>
        </p:txBody>
      </p:sp>
      <p:sp>
        <p:nvSpPr>
          <p:cNvPr id="56" name="核心课强调线-6"/>
          <p:cNvSpPr>
            <a:spLocks noGrp="1"/>
          </p:cNvSpPr>
          <p:nvPr/>
        </p:nvSpPr>
        <p:spPr>
          <a:xfrm>
            <a:off x="14941550" y="2952750"/>
            <a:ext cx="514350" cy="57150"/>
          </a:xfrm>
          <a:prstGeom prst="rect">
            <a:avLst/>
          </a:prstGeom>
          <a:solidFill>
            <a:srgbClr val="FF782E"/>
          </a:solidFill>
          <a:ln w="0">
            <a:noFill/>
            <a:prstDash val="solid"/>
          </a:ln>
        </p:spPr>
      </p:sp>
      <p:sp>
        <p:nvSpPr>
          <p:cNvPr id="57" name="核心课名称-6"/>
          <p:cNvSpPr>
            <a:spLocks noGrp="1"/>
          </p:cNvSpPr>
          <p:nvPr/>
        </p:nvSpPr>
        <p:spPr>
          <a:xfrm>
            <a:off x="14941582" y="3200400"/>
            <a:ext cx="2031968" cy="990600"/>
          </a:xfrm>
          <a:prstGeom prst="rect">
            <a:avLst/>
          </a:prstGeom>
          <a:noFill/>
          <a:ln w="0">
            <a:noFill/>
            <a:prstDash val="solid"/>
          </a:ln>
        </p:spPr>
        <p:txBody>
          <a:bodyPr wrap="none" lIns="0" tIns="0" rIns="0" bIns="0" anchor="ctr">
            <a:noAutofit/>
          </a:bodyPr>
          <a:lstStyle/>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价值验证、</a:t>
            </a:r>
            <a:endParaRPr sz="2025" b="1">
              <a:solidFill>
                <a:srgbClr val="0D1420"/>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项目汇报与</a:t>
            </a:r>
            <a:endParaRPr sz="2025" b="1">
              <a:solidFill>
                <a:srgbClr val="0D1420"/>
              </a:solidFill>
              <a:latin typeface="PingFang SC" panose="020B0400000000000000" charset="-122"/>
              <a:ea typeface="PingFang SC" panose="020B0400000000000000" charset="-122"/>
              <a:cs typeface="PingFang SC" panose="020B0400000000000000" charset="-122"/>
            </a:endParaRPr>
          </a:p>
          <a:p>
            <a:pPr algn="l">
              <a:lnSpc>
                <a:spcPct val="105000"/>
              </a:lnSpc>
              <a:buNone/>
              <a:defRPr sz="2025" b="1">
                <a:solidFill>
                  <a:srgbClr val="101721"/>
                </a:solidFill>
                <a:latin typeface="PingFang SC" panose="020B0400000000000000" charset="-122"/>
                <a:ea typeface="PingFang SC" panose="020B0400000000000000" charset="-122"/>
                <a:cs typeface="PingFang SC" panose="020B0400000000000000" charset="-122"/>
              </a:defRPr>
            </a:pPr>
            <a:r>
              <a:rPr sz="2025" b="1">
                <a:solidFill>
                  <a:srgbClr val="101721"/>
                </a:solidFill>
                <a:latin typeface="PingFang SC" panose="020B0400000000000000" charset="-122"/>
                <a:ea typeface="PingFang SC" panose="020B0400000000000000" charset="-122"/>
                <a:cs typeface="PingFang SC" panose="020B0400000000000000" charset="-122"/>
              </a:rPr>
              <a:t>规模化复制</a:t>
            </a:r>
            <a:endParaRPr sz="2025"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58" name="核心课讲师-6"/>
          <p:cNvSpPr>
            <a:spLocks noGrp="1"/>
          </p:cNvSpPr>
          <p:nvPr/>
        </p:nvSpPr>
        <p:spPr>
          <a:xfrm>
            <a:off x="14941550" y="4381500"/>
            <a:ext cx="2222468" cy="3810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173FC7"/>
                </a:solidFill>
                <a:latin typeface="PingFang SC" panose="020B0400000000000000" charset="-122"/>
                <a:ea typeface="PingFang SC" panose="020B0400000000000000" charset="-122"/>
                <a:cs typeface="PingFang SC" panose="020B0400000000000000" charset="-122"/>
              </a:defRPr>
            </a:pPr>
            <a:r>
              <a:rPr sz="1800" b="1">
                <a:solidFill>
                  <a:srgbClr val="173FC7"/>
                </a:solidFill>
                <a:latin typeface="PingFang SC" panose="020B0400000000000000" charset="-122"/>
                <a:ea typeface="PingFang SC" panose="020B0400000000000000" charset="-122"/>
                <a:cs typeface="PingFang SC" panose="020B0400000000000000" charset="-122"/>
              </a:rPr>
              <a:t>讲师：Charles 陈力</a:t>
            </a:r>
            <a:endParaRPr sz="1800" b="1">
              <a:solidFill>
                <a:srgbClr val="173FC7"/>
              </a:solidFill>
              <a:latin typeface="PingFang SC" panose="020B0400000000000000" charset="-122"/>
              <a:ea typeface="PingFang SC" panose="020B0400000000000000" charset="-122"/>
              <a:cs typeface="PingFang SC" panose="020B0400000000000000" charset="-122"/>
            </a:endParaRPr>
          </a:p>
        </p:txBody>
      </p:sp>
      <p:sp>
        <p:nvSpPr>
          <p:cNvPr id="59" name="核心课讲师身份-6"/>
          <p:cNvSpPr>
            <a:spLocks noGrp="1"/>
          </p:cNvSpPr>
          <p:nvPr/>
        </p:nvSpPr>
        <p:spPr>
          <a:xfrm>
            <a:off x="14941550" y="4857750"/>
            <a:ext cx="2032000" cy="666750"/>
          </a:xfrm>
          <a:prstGeom prst="rect">
            <a:avLst/>
          </a:prstGeom>
          <a:noFill/>
          <a:ln w="0">
            <a:noFill/>
            <a:prstDash val="solid"/>
          </a:ln>
        </p:spPr>
        <p:txBody>
          <a:bodyPr wrap="square" lIns="0" tIns="0" rIns="0" bIns="0" anchor="t">
            <a:normAutofit/>
          </a:bodyPr>
          <a:lstStyle/>
          <a:p>
            <a:pPr algn="l">
              <a:buNone/>
              <a:defRPr sz="1500" b="0">
                <a:solidFill>
                  <a:srgbClr val="667287"/>
                </a:solidFill>
                <a:latin typeface="PingFang SC" panose="020B0400000000000000" charset="-122"/>
                <a:ea typeface="PingFang SC" panose="020B0400000000000000" charset="-122"/>
                <a:cs typeface="PingFang SC" panose="020B0400000000000000" charset="-122"/>
              </a:defRPr>
            </a:pPr>
            <a:r>
              <a:rPr sz="1500" b="0">
                <a:solidFill>
                  <a:srgbClr val="667287"/>
                </a:solidFill>
                <a:latin typeface="PingFang SC" panose="020B0400000000000000" charset="-122"/>
                <a:ea typeface="PingFang SC" panose="020B0400000000000000" charset="-122"/>
                <a:cs typeface="PingFang SC" panose="020B0400000000000000" charset="-122"/>
              </a:rPr>
              <a:t>查仕博咨询创始人，前 BCG 数字化顾问主管</a:t>
            </a:r>
            <a:endParaRPr sz="1500" b="0">
              <a:solidFill>
                <a:srgbClr val="667287"/>
              </a:solidFill>
              <a:latin typeface="PingFang SC" panose="020B0400000000000000" charset="-122"/>
              <a:ea typeface="PingFang SC" panose="020B0400000000000000" charset="-122"/>
              <a:cs typeface="PingFang SC" panose="020B0400000000000000" charset="-122"/>
            </a:endParaRPr>
          </a:p>
        </p:txBody>
      </p:sp>
      <p:sp>
        <p:nvSpPr>
          <p:cNvPr id="60" name="核心课主轴节点-6"/>
          <p:cNvSpPr>
            <a:spLocks noGrp="1"/>
          </p:cNvSpPr>
          <p:nvPr/>
        </p:nvSpPr>
        <p:spPr>
          <a:xfrm>
            <a:off x="15881350" y="5772150"/>
            <a:ext cx="152400" cy="152400"/>
          </a:xfrm>
          <a:prstGeom prst="rect">
            <a:avLst/>
          </a:prstGeom>
          <a:solidFill>
            <a:srgbClr val="FF782E"/>
          </a:solidFill>
          <a:ln w="0">
            <a:noFill/>
            <a:prstDash val="solid"/>
          </a:ln>
        </p:spPr>
      </p:sp>
      <p:sp>
        <p:nvSpPr>
          <p:cNvPr id="61" name="核心课阶段-6"/>
          <p:cNvSpPr>
            <a:spLocks noGrp="1"/>
          </p:cNvSpPr>
          <p:nvPr/>
        </p:nvSpPr>
        <p:spPr>
          <a:xfrm>
            <a:off x="14846300" y="6115050"/>
            <a:ext cx="2222500" cy="361950"/>
          </a:xfrm>
          <a:prstGeom prst="rect">
            <a:avLst/>
          </a:prstGeom>
          <a:noFill/>
          <a:ln w="0">
            <a:noFill/>
            <a:prstDash val="solid"/>
          </a:ln>
        </p:spPr>
        <p:txBody>
          <a:bodyPr wrap="square" lIns="0" tIns="0" rIns="0" bIns="0" anchor="ctr">
            <a:normAutofit/>
          </a:bodyPr>
          <a:lstStyle/>
          <a:p>
            <a:pPr algn="ctr">
              <a:buNone/>
              <a:defRPr sz="1500" b="1">
                <a:solidFill>
                  <a:srgbClr val="0D1420"/>
                </a:solidFill>
                <a:latin typeface="PingFang SC" panose="020B0400000000000000" charset="-122"/>
                <a:ea typeface="PingFang SC" panose="020B0400000000000000" charset="-122"/>
                <a:cs typeface="PingFang SC" panose="020B0400000000000000" charset="-122"/>
              </a:defRPr>
            </a:pPr>
            <a:r>
              <a:rPr sz="1500" b="1">
                <a:solidFill>
                  <a:srgbClr val="0D1420"/>
                </a:solidFill>
                <a:latin typeface="PingFang SC" panose="020B0400000000000000" charset="-122"/>
                <a:ea typeface="PingFang SC" panose="020B0400000000000000" charset="-122"/>
                <a:cs typeface="PingFang SC" panose="020B0400000000000000" charset="-122"/>
              </a:rPr>
              <a:t>规模复制</a:t>
            </a:r>
            <a:endParaRPr sz="1500" b="1">
              <a:solidFill>
                <a:srgbClr val="0D1420"/>
              </a:solidFill>
              <a:latin typeface="PingFang SC" panose="020B0400000000000000" charset="-122"/>
              <a:ea typeface="PingFang SC" panose="020B0400000000000000" charset="-122"/>
              <a:cs typeface="PingFang SC" panose="020B0400000000000000" charset="-122"/>
            </a:endParaRPr>
          </a:p>
        </p:txBody>
      </p:sp>
      <p:sp>
        <p:nvSpPr>
          <p:cNvPr id="62" name="场景专题底带"/>
          <p:cNvSpPr>
            <a:spLocks noGrp="1"/>
          </p:cNvSpPr>
          <p:nvPr/>
        </p:nvSpPr>
        <p:spPr>
          <a:xfrm>
            <a:off x="1123950" y="7029450"/>
            <a:ext cx="16040100" cy="2438400"/>
          </a:xfrm>
          <a:prstGeom prst="rect">
            <a:avLst/>
          </a:prstGeom>
          <a:solidFill>
            <a:srgbClr val="070A10"/>
          </a:solidFill>
          <a:ln w="0">
            <a:noFill/>
            <a:prstDash val="solid"/>
          </a:ln>
        </p:spPr>
      </p:sp>
      <p:sp>
        <p:nvSpPr>
          <p:cNvPr id="63" name="场景专题数量"/>
          <p:cNvSpPr>
            <a:spLocks noGrp="1"/>
          </p:cNvSpPr>
          <p:nvPr/>
        </p:nvSpPr>
        <p:spPr>
          <a:xfrm>
            <a:off x="1352550" y="7248525"/>
            <a:ext cx="685800" cy="666750"/>
          </a:xfrm>
          <a:prstGeom prst="rect">
            <a:avLst/>
          </a:prstGeom>
          <a:noFill/>
          <a:ln w="0">
            <a:noFill/>
            <a:prstDash val="solid"/>
          </a:ln>
        </p:spPr>
        <p:txBody>
          <a:bodyPr wrap="square" lIns="0" tIns="0" rIns="0" bIns="0" anchor="ctr">
            <a:normAutofit/>
          </a:bodyPr>
          <a:lstStyle/>
          <a:p>
            <a:pPr algn="l">
              <a:buNone/>
              <a:defRPr sz="4200" b="1">
                <a:solidFill>
                  <a:srgbClr val="A8E92D"/>
                </a:solidFill>
                <a:latin typeface="Arial" panose="020B0604020202090204"/>
                <a:ea typeface="Arial" panose="020B0604020202090204"/>
                <a:cs typeface="Arial" panose="020B0604020202090204"/>
              </a:defRPr>
            </a:pPr>
            <a:r>
              <a:rPr sz="4200" b="1">
                <a:solidFill>
                  <a:srgbClr val="A8E92D"/>
                </a:solidFill>
                <a:latin typeface="Arial" panose="020B0604020202090204"/>
                <a:ea typeface="Arial" panose="020B0604020202090204"/>
                <a:cs typeface="Arial" panose="020B0604020202090204"/>
              </a:rPr>
              <a:t>4</a:t>
            </a:r>
            <a:endParaRPr sz="4200" b="1">
              <a:solidFill>
                <a:srgbClr val="A8E92D"/>
              </a:solidFill>
              <a:latin typeface="Arial" panose="020B0604020202090204"/>
              <a:ea typeface="Arial" panose="020B0604020202090204"/>
              <a:cs typeface="Arial" panose="020B0604020202090204"/>
            </a:endParaRPr>
          </a:p>
        </p:txBody>
      </p:sp>
      <p:sp>
        <p:nvSpPr>
          <p:cNvPr id="64" name="场景专题标签"/>
          <p:cNvSpPr>
            <a:spLocks noGrp="1"/>
          </p:cNvSpPr>
          <p:nvPr/>
        </p:nvSpPr>
        <p:spPr>
          <a:xfrm>
            <a:off x="1352550" y="7981950"/>
            <a:ext cx="1504950" cy="781050"/>
          </a:xfrm>
          <a:prstGeom prst="rect">
            <a:avLst/>
          </a:prstGeom>
          <a:noFill/>
          <a:ln w="0">
            <a:noFill/>
            <a:prstDash val="solid"/>
          </a:ln>
        </p:spPr>
        <p:txBody>
          <a:bodyPr wrap="square" lIns="0" tIns="0" rIns="0" bIns="0" anchor="t">
            <a:normAutofit/>
          </a:bodyPr>
          <a:lstStyle/>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真实场景</a:t>
            </a:r>
            <a:endParaRPr sz="2100" b="1">
              <a:solidFill>
                <a:srgbClr val="FFFFFF"/>
              </a:solidFill>
              <a:latin typeface="PingFang SC" panose="020B0400000000000000" charset="-122"/>
              <a:ea typeface="PingFang SC" panose="020B0400000000000000" charset="-122"/>
              <a:cs typeface="PingFang SC" panose="020B0400000000000000" charset="-122"/>
            </a:endParaRPr>
          </a:p>
          <a:p>
            <a:pPr algn="l">
              <a:buNone/>
              <a:defRPr sz="2100" b="1">
                <a:solidFill>
                  <a:srgbClr val="FFFFFF"/>
                </a:solidFill>
                <a:latin typeface="PingFang SC" panose="020B0400000000000000" charset="-122"/>
                <a:ea typeface="PingFang SC" panose="020B0400000000000000" charset="-122"/>
                <a:cs typeface="PingFang SC" panose="020B0400000000000000" charset="-122"/>
              </a:defRPr>
            </a:pPr>
            <a:r>
              <a:rPr sz="2100" b="1">
                <a:solidFill>
                  <a:srgbClr val="FFFFFF"/>
                </a:solidFill>
                <a:latin typeface="PingFang SC" panose="020B0400000000000000" charset="-122"/>
                <a:ea typeface="PingFang SC" panose="020B0400000000000000" charset="-122"/>
                <a:cs typeface="PingFang SC" panose="020B0400000000000000" charset="-122"/>
              </a:rPr>
              <a:t>专题</a:t>
            </a:r>
            <a:endParaRPr sz="210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5" name="场景专题说明"/>
          <p:cNvSpPr>
            <a:spLocks noGrp="1"/>
          </p:cNvSpPr>
          <p:nvPr/>
        </p:nvSpPr>
        <p:spPr>
          <a:xfrm>
            <a:off x="1352550" y="8915400"/>
            <a:ext cx="1714500" cy="333375"/>
          </a:xfrm>
          <a:prstGeom prst="rect">
            <a:avLst/>
          </a:prstGeom>
          <a:noFill/>
          <a:ln w="0">
            <a:noFill/>
            <a:prstDash val="solid"/>
          </a:ln>
        </p:spPr>
        <p:txBody>
          <a:bodyPr wrap="square" lIns="0" tIns="0" rIns="0" bIns="0" anchor="ctr">
            <a:normAutofit fontScale="91181"/>
          </a:bodyPr>
          <a:lstStyle/>
          <a:p>
            <a:pPr algn="l">
              <a:buNone/>
              <a:defRPr sz="1350" b="0">
                <a:solidFill>
                  <a:srgbClr val="AEB9CB"/>
                </a:solidFill>
                <a:latin typeface="PingFang SC" panose="020B0400000000000000" charset="-122"/>
                <a:ea typeface="PingFang SC" panose="020B0400000000000000" charset="-122"/>
                <a:cs typeface="PingFang SC" panose="020B0400000000000000" charset="-122"/>
              </a:defRPr>
            </a:pPr>
            <a:r>
              <a:rPr sz="1350" b="0">
                <a:solidFill>
                  <a:srgbClr val="AEB9CB"/>
                </a:solidFill>
                <a:latin typeface="PingFang SC" panose="020B0400000000000000" charset="-122"/>
                <a:ea typeface="PingFang SC" panose="020B0400000000000000" charset="-122"/>
                <a:cs typeface="PingFang SC" panose="020B0400000000000000" charset="-122"/>
              </a:rPr>
              <a:t>面向具体组织与交付条件</a:t>
            </a:r>
            <a:endParaRPr sz="1350"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66" name="场景专题主分隔线"/>
          <p:cNvSpPr>
            <a:spLocks noGrp="1"/>
          </p:cNvSpPr>
          <p:nvPr/>
        </p:nvSpPr>
        <p:spPr>
          <a:xfrm>
            <a:off x="3219450" y="7258050"/>
            <a:ext cx="0" cy="1981200"/>
          </a:xfrm>
          <a:prstGeom prst="line">
            <a:avLst/>
          </a:prstGeom>
          <a:noFill/>
          <a:ln w="9525">
            <a:solidFill>
              <a:srgbClr val="FFFFFF">
                <a:alpha val="22000"/>
              </a:srgbClr>
            </a:solidFill>
            <a:prstDash val="solid"/>
          </a:ln>
        </p:spPr>
      </p:sp>
      <p:sp>
        <p:nvSpPr>
          <p:cNvPr id="67" name="场景专题序号-1"/>
          <p:cNvSpPr>
            <a:spLocks noGrp="1"/>
          </p:cNvSpPr>
          <p:nvPr/>
        </p:nvSpPr>
        <p:spPr>
          <a:xfrm>
            <a:off x="3714750" y="7219950"/>
            <a:ext cx="571500" cy="323850"/>
          </a:xfrm>
          <a:prstGeom prst="rect">
            <a:avLst/>
          </a:prstGeom>
          <a:noFill/>
          <a:ln w="0">
            <a:noFill/>
            <a:prstDash val="solid"/>
          </a:ln>
        </p:spPr>
        <p:txBody>
          <a:bodyPr wrap="square" lIns="0" tIns="0" rIns="0" bIns="0" anchor="ctr">
            <a:normAutofit/>
          </a:bodyPr>
          <a:lstStyle/>
          <a:p>
            <a:pPr algn="l">
              <a:buNone/>
              <a:defRPr sz="1500" b="1">
                <a:solidFill>
                  <a:srgbClr val="A8E92D"/>
                </a:solidFill>
                <a:latin typeface="Arial" panose="020B0604020202090204"/>
                <a:ea typeface="Arial" panose="020B0604020202090204"/>
                <a:cs typeface="Arial" panose="020B0604020202090204"/>
              </a:defRPr>
            </a:pPr>
            <a:r>
              <a:rPr sz="1500" b="1">
                <a:solidFill>
                  <a:srgbClr val="A8E92D"/>
                </a:solidFill>
                <a:latin typeface="Arial" panose="020B0604020202090204"/>
                <a:ea typeface="Arial" panose="020B0604020202090204"/>
                <a:cs typeface="Arial" panose="020B0604020202090204"/>
              </a:rPr>
              <a:t>01</a:t>
            </a:r>
            <a:endParaRPr sz="1500" b="1">
              <a:solidFill>
                <a:srgbClr val="A8E92D"/>
              </a:solidFill>
              <a:latin typeface="Arial" panose="020B0604020202090204"/>
              <a:ea typeface="Arial" panose="020B0604020202090204"/>
              <a:cs typeface="Arial" panose="020B0604020202090204"/>
            </a:endParaRPr>
          </a:p>
        </p:txBody>
      </p:sp>
      <p:sp>
        <p:nvSpPr>
          <p:cNvPr id="68" name="场景专题名称-1"/>
          <p:cNvSpPr>
            <a:spLocks noGrp="1"/>
          </p:cNvSpPr>
          <p:nvPr/>
        </p:nvSpPr>
        <p:spPr>
          <a:xfrm>
            <a:off x="3714750" y="7620000"/>
            <a:ext cx="2962275" cy="666750"/>
          </a:xfrm>
          <a:prstGeom prst="rect">
            <a:avLst/>
          </a:prstGeom>
          <a:noFill/>
          <a:ln w="0">
            <a:noFill/>
            <a:prstDash val="solid"/>
          </a:ln>
        </p:spPr>
        <p:txBody>
          <a:bodyPr wrap="square" lIns="0" tIns="0" rIns="0" bIns="0" anchor="t">
            <a:normAutofit/>
          </a:bodyPr>
          <a:lstStyle/>
          <a:p>
            <a:pPr algn="l">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央国企与复杂组织AI项目</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9" name="场景专题讲师-1"/>
          <p:cNvSpPr>
            <a:spLocks noGrp="1"/>
          </p:cNvSpPr>
          <p:nvPr/>
        </p:nvSpPr>
        <p:spPr>
          <a:xfrm>
            <a:off x="3714750" y="8410575"/>
            <a:ext cx="2962275" cy="3429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FFFFFF"/>
                </a:solidFill>
                <a:latin typeface="PingFang SC" panose="020B0400000000000000" charset="-122"/>
                <a:ea typeface="PingFang SC" panose="020B0400000000000000" charset="-122"/>
                <a:cs typeface="PingFang SC" panose="020B0400000000000000" charset="-122"/>
              </a:defRPr>
            </a:pPr>
            <a:r>
              <a:rPr sz="1800" b="1">
                <a:solidFill>
                  <a:srgbClr val="FFFFFF"/>
                </a:solidFill>
                <a:latin typeface="PingFang SC" panose="020B0400000000000000" charset="-122"/>
                <a:ea typeface="PingFang SC" panose="020B0400000000000000" charset="-122"/>
                <a:cs typeface="PingFang SC" panose="020B0400000000000000" charset="-122"/>
              </a:rPr>
              <a:t>讲师：王斐</a:t>
            </a:r>
            <a:endParaRPr sz="17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0" name="场景专题讲师身份-1"/>
          <p:cNvSpPr>
            <a:spLocks noGrp="1"/>
          </p:cNvSpPr>
          <p:nvPr/>
        </p:nvSpPr>
        <p:spPr>
          <a:xfrm>
            <a:off x="3714750" y="8839200"/>
            <a:ext cx="2962275" cy="419100"/>
          </a:xfrm>
          <a:prstGeom prst="rect">
            <a:avLst/>
          </a:prstGeom>
          <a:noFill/>
          <a:ln w="0">
            <a:noFill/>
            <a:prstDash val="solid"/>
          </a:ln>
        </p:spPr>
        <p:txBody>
          <a:bodyPr wrap="square" lIns="0" tIns="0" rIns="0" bIns="0" anchor="t">
            <a:normAutofit/>
          </a:bodyPr>
          <a:lstStyle/>
          <a:p>
            <a:pPr algn="l">
              <a:buNone/>
              <a:defRPr sz="1500" b="0">
                <a:solidFill>
                  <a:srgbClr val="AEB9CB"/>
                </a:solidFill>
                <a:latin typeface="PingFang SC" panose="020B0400000000000000" charset="-122"/>
                <a:ea typeface="PingFang SC" panose="020B0400000000000000" charset="-122"/>
                <a:cs typeface="PingFang SC" panose="020B0400000000000000" charset="-122"/>
              </a:defRPr>
            </a:pPr>
            <a:r>
              <a:rPr sz="1500" b="0">
                <a:solidFill>
                  <a:srgbClr val="AEB9CB"/>
                </a:solidFill>
                <a:latin typeface="PingFang SC" panose="020B0400000000000000" charset="-122"/>
                <a:ea typeface="PingFang SC" panose="020B0400000000000000" charset="-122"/>
                <a:cs typeface="PingFang SC" panose="020B0400000000000000" charset="-122"/>
              </a:rPr>
              <a:t>浙江数秦科技合伙人、高级副总裁</a:t>
            </a:r>
            <a:endParaRPr sz="1500"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71" name="场景专题分隔线-2"/>
          <p:cNvSpPr>
            <a:spLocks noGrp="1"/>
          </p:cNvSpPr>
          <p:nvPr/>
        </p:nvSpPr>
        <p:spPr>
          <a:xfrm>
            <a:off x="6905625" y="7277100"/>
            <a:ext cx="0" cy="1943100"/>
          </a:xfrm>
          <a:prstGeom prst="line">
            <a:avLst/>
          </a:prstGeom>
          <a:noFill/>
          <a:ln w="9525">
            <a:solidFill>
              <a:srgbClr val="FFFFFF">
                <a:alpha val="18000"/>
              </a:srgbClr>
            </a:solidFill>
            <a:prstDash val="solid"/>
          </a:ln>
        </p:spPr>
      </p:sp>
      <p:sp>
        <p:nvSpPr>
          <p:cNvPr id="72" name="场景专题序号-2"/>
          <p:cNvSpPr>
            <a:spLocks noGrp="1"/>
          </p:cNvSpPr>
          <p:nvPr/>
        </p:nvSpPr>
        <p:spPr>
          <a:xfrm>
            <a:off x="7134225" y="7219950"/>
            <a:ext cx="571500" cy="323850"/>
          </a:xfrm>
          <a:prstGeom prst="rect">
            <a:avLst/>
          </a:prstGeom>
          <a:noFill/>
          <a:ln w="0">
            <a:noFill/>
            <a:prstDash val="solid"/>
          </a:ln>
        </p:spPr>
        <p:txBody>
          <a:bodyPr wrap="square" lIns="0" tIns="0" rIns="0" bIns="0" anchor="ctr">
            <a:normAutofit/>
          </a:bodyPr>
          <a:lstStyle/>
          <a:p>
            <a:pPr algn="l">
              <a:buNone/>
              <a:defRPr sz="1500" b="1">
                <a:solidFill>
                  <a:srgbClr val="2E5BFF"/>
                </a:solidFill>
                <a:latin typeface="Arial" panose="020B0604020202090204"/>
                <a:ea typeface="Arial" panose="020B0604020202090204"/>
                <a:cs typeface="Arial" panose="020B0604020202090204"/>
              </a:defRPr>
            </a:pPr>
            <a:r>
              <a:rPr sz="1500" b="1">
                <a:solidFill>
                  <a:srgbClr val="2E5BFF"/>
                </a:solidFill>
                <a:latin typeface="Arial" panose="020B0604020202090204"/>
                <a:ea typeface="Arial" panose="020B0604020202090204"/>
                <a:cs typeface="Arial" panose="020B0604020202090204"/>
              </a:rPr>
              <a:t>02</a:t>
            </a:r>
            <a:endParaRPr sz="1500" b="1">
              <a:solidFill>
                <a:srgbClr val="2E5BFF"/>
              </a:solidFill>
              <a:latin typeface="Arial" panose="020B0604020202090204"/>
              <a:ea typeface="Arial" panose="020B0604020202090204"/>
              <a:cs typeface="Arial" panose="020B0604020202090204"/>
            </a:endParaRPr>
          </a:p>
        </p:txBody>
      </p:sp>
      <p:sp>
        <p:nvSpPr>
          <p:cNvPr id="73" name="场景专题名称-2"/>
          <p:cNvSpPr>
            <a:spLocks noGrp="1"/>
          </p:cNvSpPr>
          <p:nvPr/>
        </p:nvSpPr>
        <p:spPr>
          <a:xfrm>
            <a:off x="7134225" y="7620000"/>
            <a:ext cx="2962275" cy="666750"/>
          </a:xfrm>
          <a:prstGeom prst="rect">
            <a:avLst/>
          </a:prstGeom>
          <a:noFill/>
          <a:ln w="0">
            <a:noFill/>
            <a:prstDash val="solid"/>
          </a:ln>
        </p:spPr>
        <p:txBody>
          <a:bodyPr wrap="square" lIns="0" tIns="0" rIns="0" bIns="0" anchor="t">
            <a:normAutofit/>
          </a:bodyPr>
          <a:lstStyle/>
          <a:p>
            <a:pPr algn="l">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中小企业 AI 落地</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4" name="场景专题讲师-2"/>
          <p:cNvSpPr>
            <a:spLocks noGrp="1"/>
          </p:cNvSpPr>
          <p:nvPr/>
        </p:nvSpPr>
        <p:spPr>
          <a:xfrm>
            <a:off x="7134225" y="8410575"/>
            <a:ext cx="2962275" cy="3429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FFFFFF"/>
                </a:solidFill>
                <a:latin typeface="PingFang SC" panose="020B0400000000000000" charset="-122"/>
                <a:ea typeface="PingFang SC" panose="020B0400000000000000" charset="-122"/>
                <a:cs typeface="PingFang SC" panose="020B0400000000000000" charset="-122"/>
              </a:defRPr>
            </a:pPr>
            <a:r>
              <a:rPr sz="1800" b="1">
                <a:solidFill>
                  <a:srgbClr val="FFFFFF"/>
                </a:solidFill>
                <a:latin typeface="PingFang SC" panose="020B0400000000000000" charset="-122"/>
                <a:ea typeface="PingFang SC" panose="020B0400000000000000" charset="-122"/>
                <a:cs typeface="PingFang SC" panose="020B0400000000000000" charset="-122"/>
              </a:rPr>
              <a:t>讲师：张新卓</a:t>
            </a:r>
            <a:endParaRPr sz="17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5" name="场景专题讲师身份-2"/>
          <p:cNvSpPr>
            <a:spLocks noGrp="1"/>
          </p:cNvSpPr>
          <p:nvPr/>
        </p:nvSpPr>
        <p:spPr>
          <a:xfrm>
            <a:off x="7134225" y="8839200"/>
            <a:ext cx="2962275" cy="419100"/>
          </a:xfrm>
          <a:prstGeom prst="rect">
            <a:avLst/>
          </a:prstGeom>
          <a:noFill/>
          <a:ln w="0">
            <a:noFill/>
            <a:prstDash val="solid"/>
          </a:ln>
        </p:spPr>
        <p:txBody>
          <a:bodyPr wrap="square" lIns="0" tIns="0" rIns="0" bIns="0" anchor="t">
            <a:normAutofit/>
          </a:bodyPr>
          <a:lstStyle/>
          <a:p>
            <a:pPr algn="l">
              <a:buNone/>
              <a:defRPr sz="1500" b="0">
                <a:solidFill>
                  <a:srgbClr val="AEB9CB"/>
                </a:solidFill>
                <a:latin typeface="PingFang SC" panose="020B0400000000000000" charset="-122"/>
                <a:ea typeface="PingFang SC" panose="020B0400000000000000" charset="-122"/>
                <a:cs typeface="PingFang SC" panose="020B0400000000000000" charset="-122"/>
              </a:defRPr>
            </a:pPr>
            <a:r>
              <a:rPr sz="1500" b="0">
                <a:solidFill>
                  <a:srgbClr val="AEB9CB"/>
                </a:solidFill>
                <a:latin typeface="PingFang SC" panose="020B0400000000000000" charset="-122"/>
                <a:ea typeface="PingFang SC" panose="020B0400000000000000" charset="-122"/>
                <a:cs typeface="PingFang SC" panose="020B0400000000000000" charset="-122"/>
              </a:rPr>
              <a:t>Pathwyze 拓径智询联合创始人</a:t>
            </a:r>
            <a:endParaRPr sz="1500"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76" name="场景专题分隔线-3"/>
          <p:cNvSpPr>
            <a:spLocks noGrp="1"/>
          </p:cNvSpPr>
          <p:nvPr/>
        </p:nvSpPr>
        <p:spPr>
          <a:xfrm>
            <a:off x="10325100" y="7277100"/>
            <a:ext cx="0" cy="1943100"/>
          </a:xfrm>
          <a:prstGeom prst="line">
            <a:avLst/>
          </a:prstGeom>
          <a:noFill/>
          <a:ln w="9525">
            <a:solidFill>
              <a:srgbClr val="FFFFFF">
                <a:alpha val="18000"/>
              </a:srgbClr>
            </a:solidFill>
            <a:prstDash val="solid"/>
          </a:ln>
        </p:spPr>
      </p:sp>
      <p:sp>
        <p:nvSpPr>
          <p:cNvPr id="77" name="场景专题序号-3"/>
          <p:cNvSpPr>
            <a:spLocks noGrp="1"/>
          </p:cNvSpPr>
          <p:nvPr/>
        </p:nvSpPr>
        <p:spPr>
          <a:xfrm>
            <a:off x="10553700" y="7219950"/>
            <a:ext cx="571500" cy="323850"/>
          </a:xfrm>
          <a:prstGeom prst="rect">
            <a:avLst/>
          </a:prstGeom>
          <a:noFill/>
          <a:ln w="0">
            <a:noFill/>
            <a:prstDash val="solid"/>
          </a:ln>
        </p:spPr>
        <p:txBody>
          <a:bodyPr wrap="square" lIns="0" tIns="0" rIns="0" bIns="0" anchor="ctr">
            <a:normAutofit/>
          </a:bodyPr>
          <a:lstStyle/>
          <a:p>
            <a:pPr algn="l">
              <a:buNone/>
              <a:defRPr sz="1500" b="1">
                <a:solidFill>
                  <a:srgbClr val="FF782E"/>
                </a:solidFill>
                <a:latin typeface="Arial" panose="020B0604020202090204"/>
                <a:ea typeface="Arial" panose="020B0604020202090204"/>
                <a:cs typeface="Arial" panose="020B0604020202090204"/>
              </a:defRPr>
            </a:pPr>
            <a:r>
              <a:rPr sz="1500" b="1">
                <a:solidFill>
                  <a:srgbClr val="FF782E"/>
                </a:solidFill>
                <a:latin typeface="Arial" panose="020B0604020202090204"/>
                <a:ea typeface="Arial" panose="020B0604020202090204"/>
                <a:cs typeface="Arial" panose="020B0604020202090204"/>
              </a:rPr>
              <a:t>03</a:t>
            </a:r>
            <a:endParaRPr sz="1500" b="1">
              <a:solidFill>
                <a:srgbClr val="FF782E"/>
              </a:solidFill>
              <a:latin typeface="Arial" panose="020B0604020202090204"/>
              <a:ea typeface="Arial" panose="020B0604020202090204"/>
              <a:cs typeface="Arial" panose="020B0604020202090204"/>
            </a:endParaRPr>
          </a:p>
        </p:txBody>
      </p:sp>
      <p:sp>
        <p:nvSpPr>
          <p:cNvPr id="78" name="场景专题名称-3"/>
          <p:cNvSpPr>
            <a:spLocks noGrp="1"/>
          </p:cNvSpPr>
          <p:nvPr/>
        </p:nvSpPr>
        <p:spPr>
          <a:xfrm>
            <a:off x="10553700" y="7620000"/>
            <a:ext cx="2962275" cy="666750"/>
          </a:xfrm>
          <a:prstGeom prst="rect">
            <a:avLst/>
          </a:prstGeom>
          <a:noFill/>
          <a:ln w="0">
            <a:noFill/>
            <a:prstDash val="solid"/>
          </a:ln>
        </p:spPr>
        <p:txBody>
          <a:bodyPr wrap="square" lIns="0" tIns="0" rIns="0" bIns="0" anchor="t">
            <a:normAutofit/>
          </a:bodyPr>
          <a:lstStyle/>
          <a:p>
            <a:pPr algn="l">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海外 FDE 项目</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9" name="场景专题讲师-3"/>
          <p:cNvSpPr>
            <a:spLocks noGrp="1"/>
          </p:cNvSpPr>
          <p:nvPr/>
        </p:nvSpPr>
        <p:spPr>
          <a:xfrm>
            <a:off x="10553700" y="8410575"/>
            <a:ext cx="2962275" cy="3429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FFFFFF"/>
                </a:solidFill>
                <a:latin typeface="PingFang SC" panose="020B0400000000000000" charset="-122"/>
                <a:ea typeface="PingFang SC" panose="020B0400000000000000" charset="-122"/>
                <a:cs typeface="PingFang SC" panose="020B0400000000000000" charset="-122"/>
              </a:defRPr>
            </a:pPr>
            <a:r>
              <a:rPr sz="1800" b="1">
                <a:solidFill>
                  <a:srgbClr val="FFFFFF"/>
                </a:solidFill>
                <a:latin typeface="PingFang SC" panose="020B0400000000000000" charset="-122"/>
                <a:ea typeface="PingFang SC" panose="020B0400000000000000" charset="-122"/>
                <a:cs typeface="PingFang SC" panose="020B0400000000000000" charset="-122"/>
              </a:rPr>
              <a:t>讲师：马诺</a:t>
            </a:r>
            <a:endParaRPr sz="17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0" name="场景专题讲师身份-3"/>
          <p:cNvSpPr>
            <a:spLocks noGrp="1"/>
          </p:cNvSpPr>
          <p:nvPr/>
        </p:nvSpPr>
        <p:spPr>
          <a:xfrm>
            <a:off x="10553700" y="8839200"/>
            <a:ext cx="2962275" cy="419100"/>
          </a:xfrm>
          <a:prstGeom prst="rect">
            <a:avLst/>
          </a:prstGeom>
          <a:noFill/>
          <a:ln w="0">
            <a:noFill/>
            <a:prstDash val="solid"/>
          </a:ln>
        </p:spPr>
        <p:txBody>
          <a:bodyPr wrap="square" lIns="0" tIns="0" rIns="0" bIns="0" anchor="t">
            <a:normAutofit/>
          </a:bodyPr>
          <a:lstStyle/>
          <a:p>
            <a:pPr algn="l">
              <a:buNone/>
              <a:defRPr sz="1500" b="0">
                <a:solidFill>
                  <a:srgbClr val="AEB9CB"/>
                </a:solidFill>
                <a:latin typeface="PingFang SC" panose="020B0400000000000000" charset="-122"/>
                <a:ea typeface="PingFang SC" panose="020B0400000000000000" charset="-122"/>
                <a:cs typeface="PingFang SC" panose="020B0400000000000000" charset="-122"/>
              </a:defRPr>
            </a:pPr>
            <a:r>
              <a:rPr sz="1500" b="0">
                <a:solidFill>
                  <a:srgbClr val="AEB9CB"/>
                </a:solidFill>
                <a:latin typeface="PingFang SC" panose="020B0400000000000000" charset="-122"/>
                <a:ea typeface="PingFang SC" panose="020B0400000000000000" charset="-122"/>
                <a:cs typeface="PingFang SC" panose="020B0400000000000000" charset="-122"/>
              </a:rPr>
              <a:t>某 AI 创业公司 FDE 专家</a:t>
            </a:r>
            <a:endParaRPr sz="1500"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81" name="场景专题分隔线-4"/>
          <p:cNvSpPr>
            <a:spLocks noGrp="1"/>
          </p:cNvSpPr>
          <p:nvPr/>
        </p:nvSpPr>
        <p:spPr>
          <a:xfrm>
            <a:off x="13744575" y="7277100"/>
            <a:ext cx="0" cy="1943100"/>
          </a:xfrm>
          <a:prstGeom prst="line">
            <a:avLst/>
          </a:prstGeom>
          <a:noFill/>
          <a:ln w="9525">
            <a:solidFill>
              <a:srgbClr val="FFFFFF">
                <a:alpha val="18000"/>
              </a:srgbClr>
            </a:solidFill>
            <a:prstDash val="solid"/>
          </a:ln>
        </p:spPr>
      </p:sp>
      <p:sp>
        <p:nvSpPr>
          <p:cNvPr id="82" name="场景专题序号-4"/>
          <p:cNvSpPr>
            <a:spLocks noGrp="1"/>
          </p:cNvSpPr>
          <p:nvPr/>
        </p:nvSpPr>
        <p:spPr>
          <a:xfrm>
            <a:off x="13973175" y="7219950"/>
            <a:ext cx="571500" cy="323850"/>
          </a:xfrm>
          <a:prstGeom prst="rect">
            <a:avLst/>
          </a:prstGeom>
          <a:noFill/>
          <a:ln w="0">
            <a:noFill/>
            <a:prstDash val="solid"/>
          </a:ln>
        </p:spPr>
        <p:txBody>
          <a:bodyPr wrap="square" lIns="0" tIns="0" rIns="0" bIns="0" anchor="ctr">
            <a:normAutofit/>
          </a:bodyPr>
          <a:lstStyle/>
          <a:p>
            <a:pPr algn="l">
              <a:buNone/>
              <a:defRPr sz="1500" b="1">
                <a:solidFill>
                  <a:srgbClr val="A8E92D"/>
                </a:solidFill>
                <a:latin typeface="Arial" panose="020B0604020202090204"/>
                <a:ea typeface="Arial" panose="020B0604020202090204"/>
                <a:cs typeface="Arial" panose="020B0604020202090204"/>
              </a:defRPr>
            </a:pPr>
            <a:r>
              <a:rPr sz="1500" b="1">
                <a:solidFill>
                  <a:srgbClr val="A8E92D"/>
                </a:solidFill>
                <a:latin typeface="Arial" panose="020B0604020202090204"/>
                <a:ea typeface="Arial" panose="020B0604020202090204"/>
                <a:cs typeface="Arial" panose="020B0604020202090204"/>
              </a:rPr>
              <a:t>04</a:t>
            </a:r>
            <a:endParaRPr sz="1500" b="1">
              <a:solidFill>
                <a:srgbClr val="A8E92D"/>
              </a:solidFill>
              <a:latin typeface="Arial" panose="020B0604020202090204"/>
              <a:ea typeface="Arial" panose="020B0604020202090204"/>
              <a:cs typeface="Arial" panose="020B0604020202090204"/>
            </a:endParaRPr>
          </a:p>
        </p:txBody>
      </p:sp>
      <p:sp>
        <p:nvSpPr>
          <p:cNvPr id="83" name="场景专题名称-4"/>
          <p:cNvSpPr>
            <a:spLocks noGrp="1"/>
          </p:cNvSpPr>
          <p:nvPr/>
        </p:nvSpPr>
        <p:spPr>
          <a:xfrm>
            <a:off x="13973175" y="7620000"/>
            <a:ext cx="3136265" cy="666750"/>
          </a:xfrm>
          <a:prstGeom prst="rect">
            <a:avLst/>
          </a:prstGeom>
          <a:noFill/>
          <a:ln w="0">
            <a:noFill/>
            <a:prstDash val="solid"/>
          </a:ln>
        </p:spPr>
        <p:txBody>
          <a:bodyPr wrap="square" lIns="0" tIns="0" rIns="0" bIns="0" anchor="t">
            <a:normAutofit/>
          </a:bodyPr>
          <a:lstStyle/>
          <a:p>
            <a:pPr algn="l">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低资源环境下的</a:t>
            </a:r>
            <a:r>
              <a:rPr lang="en-US" sz="2025" b="1">
                <a:solidFill>
                  <a:srgbClr val="FFFFFF"/>
                </a:solidFill>
                <a:latin typeface="PingFang SC" panose="020B0400000000000000" charset="-122"/>
                <a:ea typeface="PingFang SC" panose="020B0400000000000000" charset="-122"/>
                <a:cs typeface="PingFang SC" panose="020B0400000000000000" charset="-122"/>
              </a:rPr>
              <a:t> </a:t>
            </a:r>
            <a:r>
              <a:rPr sz="2025" b="1">
                <a:solidFill>
                  <a:srgbClr val="FFFFFF"/>
                </a:solidFill>
                <a:latin typeface="PingFang SC" panose="020B0400000000000000" charset="-122"/>
                <a:ea typeface="PingFang SC" panose="020B0400000000000000" charset="-122"/>
                <a:cs typeface="PingFang SC" panose="020B0400000000000000" charset="-122"/>
              </a:rPr>
              <a:t>FDE</a:t>
            </a:r>
            <a:r>
              <a:rPr lang="en-US" sz="2025" b="1">
                <a:solidFill>
                  <a:srgbClr val="FFFFFF"/>
                </a:solidFill>
                <a:latin typeface="PingFang SC" panose="020B0400000000000000" charset="-122"/>
                <a:ea typeface="PingFang SC" panose="020B0400000000000000" charset="-122"/>
                <a:cs typeface="PingFang SC" panose="020B0400000000000000" charset="-122"/>
              </a:rPr>
              <a:t> </a:t>
            </a:r>
            <a:r>
              <a:rPr sz="2025" b="1">
                <a:solidFill>
                  <a:srgbClr val="FFFFFF"/>
                </a:solidFill>
                <a:latin typeface="PingFang SC" panose="020B0400000000000000" charset="-122"/>
                <a:ea typeface="PingFang SC" panose="020B0400000000000000" charset="-122"/>
                <a:cs typeface="PingFang SC" panose="020B0400000000000000" charset="-122"/>
              </a:rPr>
              <a:t>交付</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4" name="场景专题讲师-4"/>
          <p:cNvSpPr>
            <a:spLocks noGrp="1"/>
          </p:cNvSpPr>
          <p:nvPr/>
        </p:nvSpPr>
        <p:spPr>
          <a:xfrm>
            <a:off x="13973175" y="8410575"/>
            <a:ext cx="2962275" cy="342900"/>
          </a:xfrm>
          <a:prstGeom prst="rect">
            <a:avLst/>
          </a:prstGeom>
          <a:noFill/>
          <a:ln w="0">
            <a:noFill/>
            <a:prstDash val="solid"/>
          </a:ln>
        </p:spPr>
        <p:txBody>
          <a:bodyPr wrap="none" lIns="0" tIns="0" rIns="0" bIns="0" anchor="ctr">
            <a:noAutofit/>
          </a:bodyPr>
          <a:lstStyle/>
          <a:p>
            <a:pPr algn="l">
              <a:lnSpc>
                <a:spcPct val="105000"/>
              </a:lnSpc>
              <a:buNone/>
              <a:defRPr sz="1800" b="1">
                <a:solidFill>
                  <a:srgbClr val="FFFFFF"/>
                </a:solidFill>
                <a:latin typeface="PingFang SC" panose="020B0400000000000000" charset="-122"/>
                <a:ea typeface="PingFang SC" panose="020B0400000000000000" charset="-122"/>
                <a:cs typeface="PingFang SC" panose="020B0400000000000000" charset="-122"/>
              </a:defRPr>
            </a:pPr>
            <a:r>
              <a:rPr sz="1800" b="1">
                <a:solidFill>
                  <a:srgbClr val="FFFFFF"/>
                </a:solidFill>
                <a:latin typeface="PingFang SC" panose="020B0400000000000000" charset="-122"/>
                <a:ea typeface="PingFang SC" panose="020B0400000000000000" charset="-122"/>
                <a:cs typeface="PingFang SC" panose="020B0400000000000000" charset="-122"/>
              </a:rPr>
              <a:t>讲师：刘春生</a:t>
            </a:r>
            <a:endParaRPr sz="17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5" name="场景专题讲师身份-4"/>
          <p:cNvSpPr>
            <a:spLocks noGrp="1"/>
          </p:cNvSpPr>
          <p:nvPr/>
        </p:nvSpPr>
        <p:spPr>
          <a:xfrm>
            <a:off x="13973175" y="8839200"/>
            <a:ext cx="2962275" cy="419100"/>
          </a:xfrm>
          <a:prstGeom prst="rect">
            <a:avLst/>
          </a:prstGeom>
          <a:noFill/>
          <a:ln w="0">
            <a:noFill/>
            <a:prstDash val="solid"/>
          </a:ln>
        </p:spPr>
        <p:txBody>
          <a:bodyPr wrap="square" lIns="0" tIns="0" rIns="0" bIns="0" anchor="t">
            <a:normAutofit/>
          </a:bodyPr>
          <a:lstStyle/>
          <a:p>
            <a:pPr algn="l">
              <a:buNone/>
              <a:defRPr sz="1500" b="0">
                <a:solidFill>
                  <a:srgbClr val="AEB9CB"/>
                </a:solidFill>
                <a:latin typeface="PingFang SC" panose="020B0400000000000000" charset="-122"/>
                <a:ea typeface="PingFang SC" panose="020B0400000000000000" charset="-122"/>
                <a:cs typeface="PingFang SC" panose="020B0400000000000000" charset="-122"/>
              </a:defRPr>
            </a:pPr>
            <a:r>
              <a:rPr sz="1500" b="0">
                <a:solidFill>
                  <a:srgbClr val="AEB9CB"/>
                </a:solidFill>
                <a:latin typeface="PingFang SC" panose="020B0400000000000000" charset="-122"/>
                <a:ea typeface="PingFang SC" panose="020B0400000000000000" charset="-122"/>
                <a:cs typeface="PingFang SC" panose="020B0400000000000000" charset="-122"/>
              </a:rPr>
              <a:t>黑河图南人工智能创始人</a:t>
            </a:r>
            <a:endParaRPr sz="1500" b="0">
              <a:solidFill>
                <a:srgbClr val="AEB9CB"/>
              </a:solidFill>
              <a:latin typeface="PingFang SC" panose="020B0400000000000000" charset="-122"/>
              <a:ea typeface="PingFang SC" panose="020B0400000000000000" charset="-122"/>
              <a:cs typeface="PingFang SC" panose="020B0400000000000000" charset="-122"/>
            </a:endParaRPr>
          </a:p>
        </p:txBody>
      </p:sp>
      <p:sp>
        <p:nvSpPr>
          <p:cNvPr id="86" name="footer-07 / 08-plate"/>
          <p:cNvSpPr>
            <a:spLocks noGrp="1"/>
          </p:cNvSpPr>
          <p:nvPr/>
        </p:nvSpPr>
        <p:spPr>
          <a:xfrm>
            <a:off x="1123950" y="9696450"/>
            <a:ext cx="16040100" cy="476250"/>
          </a:xfrm>
          <a:prstGeom prst="rect">
            <a:avLst/>
          </a:prstGeom>
          <a:solidFill>
            <a:srgbClr val="FFFFFF"/>
          </a:solidFill>
          <a:ln w="9525">
            <a:solidFill>
              <a:srgbClr val="DDE3ED"/>
            </a:solidFill>
            <a:prstDash val="solid"/>
          </a:ln>
        </p:spPr>
      </p:sp>
      <p:pic>
        <p:nvPicPr>
          <p:cNvPr id="180" name="footer-07 / 08-sjtu"/>
          <p:cNvPicPr>
            <a:picLocks noChangeAspect="1"/>
          </p:cNvPicPr>
          <p:nvPr/>
        </p:nvPicPr>
        <p:blipFill>
          <a:blip r:embed="rId1"/>
          <a:stretch>
            <a:fillRect/>
          </a:stretch>
        </p:blipFill>
        <p:spPr>
          <a:xfrm>
            <a:off x="1468075" y="9801225"/>
            <a:ext cx="1654900" cy="266700"/>
          </a:xfrm>
          <a:prstGeom prst="rect">
            <a:avLst/>
          </a:prstGeom>
        </p:spPr>
      </p:pic>
      <p:sp>
        <p:nvSpPr>
          <p:cNvPr id="88" name="footer-07 / 08-divider"/>
          <p:cNvSpPr>
            <a:spLocks noGrp="1"/>
          </p:cNvSpPr>
          <p:nvPr/>
        </p:nvSpPr>
        <p:spPr>
          <a:xfrm>
            <a:off x="3362325" y="9801225"/>
            <a:ext cx="0" cy="266700"/>
          </a:xfrm>
          <a:prstGeom prst="line">
            <a:avLst/>
          </a:prstGeom>
          <a:noFill/>
          <a:ln w="9525">
            <a:solidFill>
              <a:srgbClr val="CBD2DE"/>
            </a:solidFill>
            <a:prstDash val="solid"/>
          </a:ln>
        </p:spPr>
      </p:sp>
      <p:pic>
        <p:nvPicPr>
          <p:cNvPr id="182" name="footer-07 / 08-dw"/>
          <p:cNvPicPr>
            <a:picLocks noChangeAspect="1"/>
          </p:cNvPicPr>
          <p:nvPr/>
        </p:nvPicPr>
        <p:blipFill>
          <a:blip r:embed="rId2"/>
          <a:stretch>
            <a:fillRect/>
          </a:stretch>
        </p:blipFill>
        <p:spPr>
          <a:xfrm>
            <a:off x="3581400" y="9826745"/>
            <a:ext cx="1524000" cy="215660"/>
          </a:xfrm>
          <a:prstGeom prst="rect">
            <a:avLst/>
          </a:prstGeom>
        </p:spPr>
      </p:pic>
      <p:sp>
        <p:nvSpPr>
          <p:cNvPr id="90" name="footer-07 / 08-page"/>
          <p:cNvSpPr>
            <a:spLocks noGrp="1"/>
          </p:cNvSpPr>
          <p:nvPr/>
        </p:nvSpPr>
        <p:spPr>
          <a:xfrm>
            <a:off x="15830550" y="9829800"/>
            <a:ext cx="1047750" cy="20955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07 / 08</a:t>
            </a:r>
            <a:endParaRPr sz="1050" b="1">
              <a:solidFill>
                <a:srgbClr val="738095"/>
              </a:solidFill>
              <a:latin typeface="Arial" panose="020B0604020202090204"/>
              <a:ea typeface="Arial" panose="020B0604020202090204"/>
              <a:cs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D"/>
        </a:solidFill>
        <a:effectLst/>
      </p:bgPr>
    </p:bg>
    <p:spTree>
      <p:nvGrpSpPr>
        <p:cNvPr id="1" name=""/>
        <p:cNvGrpSpPr/>
        <p:nvPr/>
      </p:nvGrpSpPr>
      <p:grpSpPr/>
      <p:sp>
        <p:nvSpPr>
          <p:cNvPr id="28" name="footer-07 / 09-plate"/>
          <p:cNvSpPr>
            <a:spLocks noGrp="1"/>
          </p:cNvSpPr>
          <p:nvPr/>
        </p:nvSpPr>
        <p:spPr>
          <a:xfrm>
            <a:off x="1123950" y="9696450"/>
            <a:ext cx="16040100" cy="476250"/>
          </a:xfrm>
          <a:prstGeom prst="rect">
            <a:avLst/>
          </a:prstGeom>
          <a:solidFill>
            <a:srgbClr val="FFFFFF"/>
          </a:solidFill>
          <a:ln w="9525">
            <a:solidFill>
              <a:srgbClr val="DDE3ED"/>
            </a:solidFill>
            <a:prstDash val="solid"/>
          </a:ln>
        </p:spPr>
      </p:sp>
      <p:pic>
        <p:nvPicPr>
          <p:cNvPr id="55" name="footer-07 / 09-sjtu"/>
          <p:cNvPicPr>
            <a:picLocks noChangeAspect="1"/>
          </p:cNvPicPr>
          <p:nvPr/>
        </p:nvPicPr>
        <p:blipFill>
          <a:blip r:embed="rId1"/>
          <a:stretch>
            <a:fillRect/>
          </a:stretch>
        </p:blipFill>
        <p:spPr>
          <a:xfrm>
            <a:off x="1497627" y="9810750"/>
            <a:ext cx="1595796" cy="257175"/>
          </a:xfrm>
          <a:prstGeom prst="rect">
            <a:avLst/>
          </a:prstGeom>
        </p:spPr>
      </p:pic>
      <p:sp>
        <p:nvSpPr>
          <p:cNvPr id="30" name="footer-07 / 09-divider"/>
          <p:cNvSpPr>
            <a:spLocks noGrp="1"/>
          </p:cNvSpPr>
          <p:nvPr/>
        </p:nvSpPr>
        <p:spPr>
          <a:xfrm>
            <a:off x="3362325" y="9801225"/>
            <a:ext cx="0" cy="266700"/>
          </a:xfrm>
          <a:prstGeom prst="line">
            <a:avLst/>
          </a:prstGeom>
          <a:noFill/>
          <a:ln w="9525">
            <a:solidFill>
              <a:srgbClr val="CBD2DE"/>
            </a:solidFill>
            <a:prstDash val="solid"/>
          </a:ln>
        </p:spPr>
      </p:sp>
      <p:pic>
        <p:nvPicPr>
          <p:cNvPr id="57" name="footer-07 / 09-dw"/>
          <p:cNvPicPr>
            <a:picLocks noChangeAspect="1"/>
          </p:cNvPicPr>
          <p:nvPr/>
        </p:nvPicPr>
        <p:blipFill>
          <a:blip r:embed="rId2"/>
          <a:stretch>
            <a:fillRect/>
          </a:stretch>
        </p:blipFill>
        <p:spPr>
          <a:xfrm>
            <a:off x="3581400" y="9826745"/>
            <a:ext cx="1524000" cy="215660"/>
          </a:xfrm>
          <a:prstGeom prst="rect">
            <a:avLst/>
          </a:prstGeom>
        </p:spPr>
      </p:pic>
      <p:sp>
        <p:nvSpPr>
          <p:cNvPr id="32" name="footer-07 / 09-page"/>
          <p:cNvSpPr>
            <a:spLocks noGrp="1"/>
          </p:cNvSpPr>
          <p:nvPr/>
        </p:nvSpPr>
        <p:spPr>
          <a:xfrm>
            <a:off x="15830550" y="9839325"/>
            <a:ext cx="1047750" cy="190500"/>
          </a:xfrm>
          <a:prstGeom prst="rect">
            <a:avLst/>
          </a:prstGeom>
          <a:noFill/>
          <a:ln w="0">
            <a:noFill/>
            <a:prstDash val="solid"/>
          </a:ln>
        </p:spPr>
        <p:txBody>
          <a:bodyPr wrap="square" lIns="0" tIns="0" rIns="0" bIns="0" anchor="ctr">
            <a:normAutofit/>
          </a:bodyPr>
          <a:lstStyle/>
          <a:p>
            <a:pPr algn="r">
              <a:buNone/>
              <a:defRPr sz="1050" b="1">
                <a:solidFill>
                  <a:srgbClr val="738095"/>
                </a:solidFill>
                <a:latin typeface="Arial" panose="020B0604020202090204"/>
                <a:ea typeface="Arial" panose="020B0604020202090204"/>
                <a:cs typeface="Arial" panose="020B0604020202090204"/>
              </a:defRPr>
            </a:pPr>
            <a:r>
              <a:rPr sz="1050" b="1">
                <a:solidFill>
                  <a:srgbClr val="738095"/>
                </a:solidFill>
                <a:latin typeface="Arial" panose="020B0604020202090204"/>
                <a:ea typeface="Arial" panose="020B0604020202090204"/>
                <a:cs typeface="Arial" panose="020B0604020202090204"/>
              </a:rPr>
              <a:t>08 / 08</a:t>
            </a:r>
            <a:endParaRPr sz="1050" b="1">
              <a:solidFill>
                <a:srgbClr val="738095"/>
              </a:solidFill>
              <a:latin typeface="Arial" panose="020B0604020202090204"/>
              <a:ea typeface="Arial" panose="020B0604020202090204"/>
              <a:cs typeface="Arial" panose="020B0604020202090204"/>
            </a:endParaRPr>
          </a:p>
        </p:txBody>
      </p:sp>
      <p:sp>
        <p:nvSpPr>
          <p:cNvPr id="38" name="s7_ribbon"/>
          <p:cNvSpPr>
            <a:spLocks noGrp="1"/>
          </p:cNvSpPr>
          <p:nvPr/>
        </p:nvSpPr>
        <p:spPr>
          <a:xfrm>
            <a:off x="0" y="0"/>
            <a:ext cx="6953250" cy="400050"/>
          </a:xfrm>
          <a:prstGeom prst="rect">
            <a:avLst/>
          </a:prstGeom>
          <a:solidFill>
            <a:srgbClr val="070A10"/>
          </a:solidFill>
          <a:ln w="0">
            <a:noFill/>
            <a:prstDash val="solid"/>
          </a:ln>
        </p:spPr>
      </p:sp>
      <p:sp>
        <p:nvSpPr>
          <p:cNvPr id="39" name="s7_ribbon_tail"/>
          <p:cNvSpPr>
            <a:spLocks noGrp="1"/>
          </p:cNvSpPr>
          <p:nvPr/>
        </p:nvSpPr>
        <p:spPr>
          <a:xfrm>
            <a:off x="6953250" y="0"/>
            <a:ext cx="2190750" cy="76200"/>
          </a:xfrm>
          <a:prstGeom prst="rect">
            <a:avLst/>
          </a:prstGeom>
          <a:solidFill>
            <a:srgbClr val="A8E92D"/>
          </a:solidFill>
          <a:ln w="0">
            <a:noFill/>
            <a:prstDash val="solid"/>
          </a:ln>
        </p:spPr>
      </p:sp>
      <p:sp>
        <p:nvSpPr>
          <p:cNvPr id="40" name="s7_ribbon_text"/>
          <p:cNvSpPr>
            <a:spLocks noGrp="1"/>
          </p:cNvSpPr>
          <p:nvPr/>
        </p:nvSpPr>
        <p:spPr>
          <a:xfrm>
            <a:off x="1123950" y="76200"/>
            <a:ext cx="4953000" cy="266700"/>
          </a:xfrm>
          <a:prstGeom prst="rect">
            <a:avLst/>
          </a:prstGeom>
          <a:noFill/>
          <a:ln w="0">
            <a:noFill/>
          </a:ln>
        </p:spPr>
        <p:txBody>
          <a:bodyPr wrap="square" lIns="0" tIns="0" rIns="0" bIns="0" anchor="ctr">
            <a:noAutofit/>
          </a:bodyPr>
          <a:lstStyle/>
          <a:p>
            <a:pPr algn="l">
              <a:buNone/>
              <a:defRPr sz="1350" b="1">
                <a:solidFill>
                  <a:srgbClr val="FFFFFF"/>
                </a:solidFill>
                <a:latin typeface="PingFang SC" panose="020B0400000000000000" charset="-122"/>
                <a:ea typeface="PingFang SC" panose="020B0400000000000000" charset="-122"/>
                <a:cs typeface="PingFang SC" panose="020B0400000000000000" charset="-122"/>
              </a:defRPr>
            </a:pPr>
            <a:r>
              <a:rPr sz="1350" b="1">
                <a:solidFill>
                  <a:srgbClr val="FFFFFF"/>
                </a:solidFill>
                <a:latin typeface="PingFang SC" panose="020B0400000000000000" charset="-122"/>
                <a:ea typeface="PingFang SC" panose="020B0400000000000000" charset="-122"/>
                <a:cs typeface="PingFang SC" panose="020B0400000000000000" charset="-122"/>
              </a:rPr>
              <a:t>FDE 专属网站</a:t>
            </a:r>
            <a:endParaRPr sz="1350"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41" name="s7_title"/>
          <p:cNvSpPr>
            <a:spLocks noGrp="1"/>
          </p:cNvSpPr>
          <p:nvPr/>
        </p:nvSpPr>
        <p:spPr>
          <a:xfrm>
            <a:off x="1123950" y="723900"/>
            <a:ext cx="13144500" cy="781050"/>
          </a:xfrm>
          <a:prstGeom prst="rect">
            <a:avLst/>
          </a:prstGeom>
          <a:noFill/>
          <a:ln w="0">
            <a:noFill/>
          </a:ln>
        </p:spPr>
        <p:txBody>
          <a:bodyPr wrap="square" lIns="0" tIns="0" rIns="0" bIns="0" anchor="ctr">
            <a:noAutofit/>
          </a:bodyPr>
          <a:lstStyle/>
          <a:p>
            <a:pPr algn="l">
              <a:buNone/>
              <a:defRPr sz="4800" b="1">
                <a:solidFill>
                  <a:srgbClr val="070A10"/>
                </a:solidFill>
                <a:latin typeface="PingFang SC" panose="020B0400000000000000" charset="-122"/>
                <a:ea typeface="PingFang SC" panose="020B0400000000000000" charset="-122"/>
                <a:cs typeface="PingFang SC" panose="020B0400000000000000" charset="-122"/>
              </a:defRPr>
            </a:pPr>
            <a:r>
              <a:rPr sz="4800" b="1">
                <a:solidFill>
                  <a:srgbClr val="070A10"/>
                </a:solidFill>
                <a:latin typeface="PingFang SC" panose="020B0400000000000000" charset="-122"/>
                <a:ea typeface="PingFang SC" panose="020B0400000000000000" charset="-122"/>
                <a:cs typeface="PingFang SC" panose="020B0400000000000000" charset="-122"/>
              </a:rPr>
              <a:t>FDE </a:t>
            </a:r>
            <a:r>
              <a:rPr lang="en-US" sz="4800" b="1">
                <a:solidFill>
                  <a:srgbClr val="070A10"/>
                </a:solidFill>
                <a:latin typeface="PingFang SC" panose="020B0400000000000000" charset="-122"/>
                <a:ea typeface="PingFang SC" panose="020B0400000000000000" charset="-122"/>
                <a:cs typeface="PingFang SC" panose="020B0400000000000000" charset="-122"/>
              </a:rPr>
              <a:t>100 </a:t>
            </a:r>
            <a:r>
              <a:rPr sz="4800" b="1">
                <a:solidFill>
                  <a:srgbClr val="070A10"/>
                </a:solidFill>
                <a:latin typeface="PingFang SC" panose="020B0400000000000000" charset="-122"/>
                <a:ea typeface="PingFang SC" panose="020B0400000000000000" charset="-122"/>
                <a:cs typeface="PingFang SC" panose="020B0400000000000000" charset="-122"/>
              </a:rPr>
              <a:t>官网正式上线</a:t>
            </a:r>
            <a:r>
              <a:rPr lang="en-US" sz="4800" b="1">
                <a:solidFill>
                  <a:srgbClr val="070A10"/>
                </a:solidFill>
                <a:latin typeface="PingFang SC" panose="020B0400000000000000" charset="-122"/>
                <a:ea typeface="PingFang SC" panose="020B0400000000000000" charset="-122"/>
                <a:cs typeface="PingFang SC" panose="020B0400000000000000" charset="-122"/>
              </a:rPr>
              <a:t>，</a:t>
            </a:r>
            <a:r>
              <a:rPr lang="zh-CN" altLang="en-US" sz="4800" b="1">
                <a:solidFill>
                  <a:srgbClr val="070A10"/>
                </a:solidFill>
                <a:latin typeface="PingFang SC" panose="020B0400000000000000" charset="-122"/>
                <a:ea typeface="PingFang SC" panose="020B0400000000000000" charset="-122"/>
                <a:cs typeface="PingFang SC" panose="020B0400000000000000" charset="-122"/>
              </a:rPr>
              <a:t>联合</a:t>
            </a:r>
            <a:r>
              <a:rPr lang="zh-CN" altLang="en-US" sz="4800" b="1">
                <a:solidFill>
                  <a:srgbClr val="070A10"/>
                </a:solidFill>
                <a:latin typeface="PingFang SC" panose="020B0400000000000000" charset="-122"/>
                <a:ea typeface="PingFang SC" panose="020B0400000000000000" charset="-122"/>
                <a:cs typeface="PingFang SC" panose="020B0400000000000000" charset="-122"/>
              </a:rPr>
              <a:t>交大安泰首发</a:t>
            </a:r>
            <a:endParaRPr lang="zh-CN" altLang="en-US" sz="4800" b="1">
              <a:solidFill>
                <a:srgbClr val="070A10"/>
              </a:solidFill>
              <a:latin typeface="PingFang SC" panose="020B0400000000000000" charset="-122"/>
              <a:ea typeface="PingFang SC" panose="020B0400000000000000" charset="-122"/>
              <a:cs typeface="PingFang SC" panose="020B0400000000000000" charset="-122"/>
            </a:endParaRPr>
          </a:p>
        </p:txBody>
      </p:sp>
      <p:sp>
        <p:nvSpPr>
          <p:cNvPr id="42" name="s7_site_url"/>
          <p:cNvSpPr>
            <a:spLocks noGrp="1"/>
          </p:cNvSpPr>
          <p:nvPr/>
        </p:nvSpPr>
        <p:spPr>
          <a:xfrm>
            <a:off x="1123950" y="1609725"/>
            <a:ext cx="11430000" cy="533400"/>
          </a:xfrm>
          <a:prstGeom prst="rect">
            <a:avLst/>
          </a:prstGeom>
          <a:noFill/>
          <a:ln w="0">
            <a:noFill/>
          </a:ln>
        </p:spPr>
        <p:txBody>
          <a:bodyPr wrap="square" lIns="0" tIns="0" rIns="0" bIns="0" anchor="ctr">
            <a:noAutofit/>
          </a:bodyPr>
          <a:lstStyle/>
          <a:p>
            <a:pPr algn="l">
              <a:buNone/>
              <a:defRPr sz="3150" b="1">
                <a:solidFill>
                  <a:srgbClr val="2E5BFF"/>
                </a:solidFill>
                <a:latin typeface="Arial" panose="020B0604020202090204"/>
                <a:ea typeface="Arial" panose="020B0604020202090204"/>
                <a:cs typeface="Arial" panose="020B0604020202090204"/>
              </a:defRPr>
            </a:pPr>
            <a:r>
              <a:rPr sz="3150" b="1">
                <a:solidFill>
                  <a:srgbClr val="2E5BFF"/>
                </a:solidFill>
                <a:latin typeface="Arial" panose="020B0604020202090204"/>
                <a:ea typeface="Arial" panose="020B0604020202090204"/>
                <a:cs typeface="Arial" panose="020B0604020202090204"/>
              </a:rPr>
              <a:t>fde100.datawhale.cn</a:t>
            </a:r>
            <a:endParaRPr sz="3150" b="1">
              <a:solidFill>
                <a:srgbClr val="2E5BFF"/>
              </a:solidFill>
              <a:latin typeface="Arial" panose="020B0604020202090204"/>
              <a:ea typeface="Arial" panose="020B0604020202090204"/>
              <a:cs typeface="Arial" panose="020B0604020202090204"/>
            </a:endParaRPr>
          </a:p>
        </p:txBody>
      </p:sp>
      <p:sp>
        <p:nvSpPr>
          <p:cNvPr id="43" name="s7_screenshot_edge"/>
          <p:cNvSpPr>
            <a:spLocks noGrp="1"/>
          </p:cNvSpPr>
          <p:nvPr/>
        </p:nvSpPr>
        <p:spPr>
          <a:xfrm>
            <a:off x="866775" y="2886075"/>
            <a:ext cx="11715750" cy="5883461"/>
          </a:xfrm>
          <a:prstGeom prst="rect">
            <a:avLst/>
          </a:prstGeom>
          <a:solidFill>
            <a:srgbClr val="FFFFFF"/>
          </a:solidFill>
          <a:ln w="9525">
            <a:solidFill>
              <a:srgbClr val="C6D1E4"/>
            </a:solidFill>
            <a:prstDash val="solid"/>
          </a:ln>
        </p:spPr>
      </p:sp>
      <p:pic>
        <p:nvPicPr>
          <p:cNvPr id="65" name="s7_site_screenshot"/>
          <p:cNvPicPr>
            <a:picLocks noChangeAspect="1"/>
          </p:cNvPicPr>
          <p:nvPr/>
        </p:nvPicPr>
        <p:blipFill>
          <a:blip r:embed="rId3"/>
          <a:stretch>
            <a:fillRect/>
          </a:stretch>
        </p:blipFill>
        <p:spPr>
          <a:xfrm>
            <a:off x="876300" y="2895600"/>
            <a:ext cx="11696700" cy="5864411"/>
          </a:xfrm>
          <a:prstGeom prst="rect">
            <a:avLst/>
          </a:prstGeom>
        </p:spPr>
      </p:pic>
      <p:sp>
        <p:nvSpPr>
          <p:cNvPr id="45" name="s7_scan_panel"/>
          <p:cNvSpPr>
            <a:spLocks noGrp="1"/>
          </p:cNvSpPr>
          <p:nvPr/>
        </p:nvSpPr>
        <p:spPr>
          <a:xfrm>
            <a:off x="13049250" y="2895600"/>
            <a:ext cx="4381500" cy="5864411"/>
          </a:xfrm>
          <a:prstGeom prst="rect">
            <a:avLst/>
          </a:prstGeom>
          <a:solidFill>
            <a:srgbClr val="2E5BFF"/>
          </a:solidFill>
          <a:ln w="0">
            <a:noFill/>
            <a:prstDash val="solid"/>
          </a:ln>
        </p:spPr>
      </p:sp>
      <p:sp>
        <p:nvSpPr>
          <p:cNvPr id="46" name="s7_qr_title"/>
          <p:cNvSpPr>
            <a:spLocks noGrp="1"/>
          </p:cNvSpPr>
          <p:nvPr/>
        </p:nvSpPr>
        <p:spPr>
          <a:xfrm>
            <a:off x="13239750" y="3181350"/>
            <a:ext cx="4000500" cy="514350"/>
          </a:xfrm>
          <a:prstGeom prst="rect">
            <a:avLst/>
          </a:prstGeom>
          <a:noFill/>
          <a:ln w="0">
            <a:noFill/>
          </a:ln>
        </p:spPr>
        <p:txBody>
          <a:bodyPr wrap="square" lIns="0" tIns="0" rIns="0" bIns="0" anchor="ctr">
            <a:noAutofit/>
          </a:bodyPr>
          <a:lstStyle/>
          <a:p>
            <a:pPr algn="ctr">
              <a:buNone/>
              <a:defRPr sz="2700" b="1">
                <a:solidFill>
                  <a:srgbClr val="FFFFFF"/>
                </a:solidFill>
                <a:latin typeface="PingFang SC" panose="020B0400000000000000" charset="-122"/>
                <a:ea typeface="PingFang SC" panose="020B0400000000000000" charset="-122"/>
                <a:cs typeface="PingFang SC" panose="020B0400000000000000" charset="-122"/>
              </a:defRPr>
            </a:pPr>
            <a:r>
              <a:rPr sz="2700" b="1">
                <a:solidFill>
                  <a:srgbClr val="FFFFFF"/>
                </a:solidFill>
                <a:latin typeface="PingFang SC" panose="020B0400000000000000" charset="-122"/>
                <a:ea typeface="PingFang SC" panose="020B0400000000000000" charset="-122"/>
                <a:cs typeface="PingFang SC" panose="020B0400000000000000" charset="-122"/>
              </a:rPr>
              <a:t>扫码访问官网</a:t>
            </a:r>
            <a:endParaRPr sz="2700" b="1">
              <a:solidFill>
                <a:srgbClr val="FFFFFF"/>
              </a:solidFill>
              <a:latin typeface="PingFang SC" panose="020B0400000000000000" charset="-122"/>
              <a:ea typeface="PingFang SC" panose="020B0400000000000000" charset="-122"/>
              <a:cs typeface="PingFang SC" panose="020B0400000000000000" charset="-122"/>
            </a:endParaRPr>
          </a:p>
        </p:txBody>
      </p:sp>
      <p:pic>
        <p:nvPicPr>
          <p:cNvPr id="68" name="s7_qr"/>
          <p:cNvPicPr>
            <a:picLocks noChangeAspect="1"/>
          </p:cNvPicPr>
          <p:nvPr/>
        </p:nvPicPr>
        <p:blipFill>
          <a:blip r:embed="rId4"/>
          <a:stretch>
            <a:fillRect/>
          </a:stretch>
        </p:blipFill>
        <p:spPr>
          <a:xfrm>
            <a:off x="13525500" y="3838575"/>
            <a:ext cx="3429000" cy="3429000"/>
          </a:xfrm>
          <a:prstGeom prst="rect">
            <a:avLst/>
          </a:prstGeom>
        </p:spPr>
      </p:pic>
      <p:sp>
        <p:nvSpPr>
          <p:cNvPr id="48" name="s7_scan_action_1"/>
          <p:cNvSpPr>
            <a:spLocks noGrp="1"/>
          </p:cNvSpPr>
          <p:nvPr/>
        </p:nvSpPr>
        <p:spPr>
          <a:xfrm>
            <a:off x="13287375" y="7600950"/>
            <a:ext cx="3905250" cy="428625"/>
          </a:xfrm>
          <a:prstGeom prst="rect">
            <a:avLst/>
          </a:prstGeom>
          <a:noFill/>
          <a:ln w="0">
            <a:noFill/>
          </a:ln>
        </p:spPr>
        <p:txBody>
          <a:bodyPr wrap="none" lIns="0" tIns="0" rIns="0" bIns="0" anchor="ctr">
            <a:noAutofit/>
          </a:bodyPr>
          <a:lstStyle/>
          <a:p>
            <a:pPr algn="ctr">
              <a:lnSpc>
                <a:spcPct val="105000"/>
              </a:lnSpc>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提交案例，申请成为先锋人物</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49" name="s7_scan_action_2"/>
          <p:cNvSpPr>
            <a:spLocks noGrp="1"/>
          </p:cNvSpPr>
          <p:nvPr/>
        </p:nvSpPr>
        <p:spPr>
          <a:xfrm>
            <a:off x="13287375" y="8058150"/>
            <a:ext cx="3905250" cy="428625"/>
          </a:xfrm>
          <a:prstGeom prst="rect">
            <a:avLst/>
          </a:prstGeom>
          <a:noFill/>
          <a:ln w="0">
            <a:noFill/>
          </a:ln>
        </p:spPr>
        <p:txBody>
          <a:bodyPr wrap="none" lIns="0" tIns="0" rIns="0" bIns="0" anchor="ctr">
            <a:noAutofit/>
          </a:bodyPr>
          <a:lstStyle/>
          <a:p>
            <a:pPr algn="ctr">
              <a:lnSpc>
                <a:spcPct val="105000"/>
              </a:lnSpc>
              <a:buNone/>
              <a:defRPr sz="2025" b="1">
                <a:solidFill>
                  <a:srgbClr val="FFFFFF"/>
                </a:solidFill>
                <a:latin typeface="PingFang SC" panose="020B0400000000000000" charset="-122"/>
                <a:ea typeface="PingFang SC" panose="020B0400000000000000" charset="-122"/>
                <a:cs typeface="PingFang SC" panose="020B0400000000000000" charset="-122"/>
              </a:defRPr>
            </a:pPr>
            <a:r>
              <a:rPr sz="2025" b="1">
                <a:solidFill>
                  <a:srgbClr val="FFFFFF"/>
                </a:solidFill>
                <a:latin typeface="PingFang SC" panose="020B0400000000000000" charset="-122"/>
                <a:ea typeface="PingFang SC" panose="020B0400000000000000" charset="-122"/>
                <a:cs typeface="PingFang SC" panose="020B0400000000000000" charset="-122"/>
              </a:rPr>
              <a:t>提交需求，找到</a:t>
            </a:r>
            <a:r>
              <a:rPr lang="zh-CN" sz="2025" b="1">
                <a:solidFill>
                  <a:srgbClr val="FFFFFF"/>
                </a:solidFill>
                <a:latin typeface="PingFang SC" panose="020B0400000000000000" charset="-122"/>
                <a:ea typeface="PingFang SC" panose="020B0400000000000000" charset="-122"/>
                <a:cs typeface="PingFang SC" panose="020B0400000000000000" charset="-122"/>
              </a:rPr>
              <a:t>企业</a:t>
            </a:r>
            <a:r>
              <a:rPr sz="2025" b="1">
                <a:solidFill>
                  <a:srgbClr val="FFFFFF"/>
                </a:solidFill>
                <a:latin typeface="PingFang SC" panose="020B0400000000000000" charset="-122"/>
                <a:ea typeface="PingFang SC" panose="020B0400000000000000" charset="-122"/>
                <a:cs typeface="PingFang SC" panose="020B0400000000000000" charset="-122"/>
              </a:rPr>
              <a:t> AI 落地方案</a:t>
            </a:r>
            <a:endParaRPr sz="2025" b="1">
              <a:solidFill>
                <a:srgbClr val="FFFFFF"/>
              </a:solidFill>
              <a:latin typeface="PingFang SC" panose="020B0400000000000000" charset="-122"/>
              <a:ea typeface="PingFang SC" panose="020B0400000000000000" charset="-122"/>
              <a:cs typeface="PingFang SC" panose="020B04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A10"/>
        </a:solidFill>
        <a:effectLst/>
      </p:bgPr>
    </p:bg>
    <p:spTree>
      <p:nvGrpSpPr>
        <p:cNvPr id="1" name=""/>
        <p:cNvGrpSpPr/>
        <p:nvPr/>
      </p:nvGrpSpPr>
      <p:grpSpPr/>
      <p:sp>
        <p:nvSpPr>
          <p:cNvPr id="86" name="partner-future-grid-v-0"/>
          <p:cNvSpPr>
            <a:spLocks noGrp="1"/>
          </p:cNvSpPr>
          <p:nvPr/>
        </p:nvSpPr>
        <p:spPr>
          <a:xfrm>
            <a:off x="0" y="0"/>
            <a:ext cx="0" cy="10287000"/>
          </a:xfrm>
          <a:prstGeom prst="line">
            <a:avLst/>
          </a:prstGeom>
          <a:noFill/>
          <a:ln w="6191">
            <a:solidFill>
              <a:srgbClr val="71819F">
                <a:alpha val="10000"/>
              </a:srgbClr>
            </a:solidFill>
            <a:prstDash val="solid"/>
          </a:ln>
        </p:spPr>
      </p:sp>
      <p:sp>
        <p:nvSpPr>
          <p:cNvPr id="2" name="partner-future-grid-v-64"/>
          <p:cNvSpPr>
            <a:spLocks noGrp="1"/>
          </p:cNvSpPr>
          <p:nvPr/>
        </p:nvSpPr>
        <p:spPr>
          <a:xfrm>
            <a:off x="609600" y="0"/>
            <a:ext cx="0" cy="10287000"/>
          </a:xfrm>
          <a:prstGeom prst="line">
            <a:avLst/>
          </a:prstGeom>
          <a:noFill/>
          <a:ln w="6191">
            <a:solidFill>
              <a:srgbClr val="71819F">
                <a:alpha val="10000"/>
              </a:srgbClr>
            </a:solidFill>
            <a:prstDash val="solid"/>
          </a:ln>
        </p:spPr>
      </p:sp>
      <p:sp>
        <p:nvSpPr>
          <p:cNvPr id="3" name="partner-future-grid-v-128"/>
          <p:cNvSpPr>
            <a:spLocks noGrp="1"/>
          </p:cNvSpPr>
          <p:nvPr/>
        </p:nvSpPr>
        <p:spPr>
          <a:xfrm>
            <a:off x="1219200" y="0"/>
            <a:ext cx="0" cy="10287000"/>
          </a:xfrm>
          <a:prstGeom prst="line">
            <a:avLst/>
          </a:prstGeom>
          <a:noFill/>
          <a:ln w="6191">
            <a:solidFill>
              <a:srgbClr val="71819F">
                <a:alpha val="10000"/>
              </a:srgbClr>
            </a:solidFill>
            <a:prstDash val="solid"/>
          </a:ln>
        </p:spPr>
      </p:sp>
      <p:sp>
        <p:nvSpPr>
          <p:cNvPr id="4" name="partner-future-grid-v-192"/>
          <p:cNvSpPr>
            <a:spLocks noGrp="1"/>
          </p:cNvSpPr>
          <p:nvPr/>
        </p:nvSpPr>
        <p:spPr>
          <a:xfrm>
            <a:off x="1828800" y="0"/>
            <a:ext cx="0" cy="10287000"/>
          </a:xfrm>
          <a:prstGeom prst="line">
            <a:avLst/>
          </a:prstGeom>
          <a:noFill/>
          <a:ln w="6191">
            <a:solidFill>
              <a:srgbClr val="71819F">
                <a:alpha val="10000"/>
              </a:srgbClr>
            </a:solidFill>
            <a:prstDash val="solid"/>
          </a:ln>
        </p:spPr>
      </p:sp>
      <p:sp>
        <p:nvSpPr>
          <p:cNvPr id="5" name="partner-future-grid-v-256"/>
          <p:cNvSpPr>
            <a:spLocks noGrp="1"/>
          </p:cNvSpPr>
          <p:nvPr/>
        </p:nvSpPr>
        <p:spPr>
          <a:xfrm>
            <a:off x="2438400" y="0"/>
            <a:ext cx="0" cy="10287000"/>
          </a:xfrm>
          <a:prstGeom prst="line">
            <a:avLst/>
          </a:prstGeom>
          <a:noFill/>
          <a:ln w="6191">
            <a:solidFill>
              <a:srgbClr val="71819F">
                <a:alpha val="10000"/>
              </a:srgbClr>
            </a:solidFill>
            <a:prstDash val="solid"/>
          </a:ln>
        </p:spPr>
      </p:sp>
      <p:sp>
        <p:nvSpPr>
          <p:cNvPr id="6" name="partner-future-grid-v-320"/>
          <p:cNvSpPr>
            <a:spLocks noGrp="1"/>
          </p:cNvSpPr>
          <p:nvPr/>
        </p:nvSpPr>
        <p:spPr>
          <a:xfrm>
            <a:off x="3048000" y="0"/>
            <a:ext cx="0" cy="10287000"/>
          </a:xfrm>
          <a:prstGeom prst="line">
            <a:avLst/>
          </a:prstGeom>
          <a:noFill/>
          <a:ln w="6191">
            <a:solidFill>
              <a:srgbClr val="71819F">
                <a:alpha val="10000"/>
              </a:srgbClr>
            </a:solidFill>
            <a:prstDash val="solid"/>
          </a:ln>
        </p:spPr>
      </p:sp>
      <p:sp>
        <p:nvSpPr>
          <p:cNvPr id="7" name="partner-future-grid-v-384"/>
          <p:cNvSpPr>
            <a:spLocks noGrp="1"/>
          </p:cNvSpPr>
          <p:nvPr/>
        </p:nvSpPr>
        <p:spPr>
          <a:xfrm>
            <a:off x="3657600" y="0"/>
            <a:ext cx="0" cy="10287000"/>
          </a:xfrm>
          <a:prstGeom prst="line">
            <a:avLst/>
          </a:prstGeom>
          <a:noFill/>
          <a:ln w="6191">
            <a:solidFill>
              <a:srgbClr val="71819F">
                <a:alpha val="10000"/>
              </a:srgbClr>
            </a:solidFill>
            <a:prstDash val="solid"/>
          </a:ln>
        </p:spPr>
      </p:sp>
      <p:sp>
        <p:nvSpPr>
          <p:cNvPr id="8" name="partner-future-grid-v-448"/>
          <p:cNvSpPr>
            <a:spLocks noGrp="1"/>
          </p:cNvSpPr>
          <p:nvPr/>
        </p:nvSpPr>
        <p:spPr>
          <a:xfrm>
            <a:off x="4267200" y="0"/>
            <a:ext cx="0" cy="10287000"/>
          </a:xfrm>
          <a:prstGeom prst="line">
            <a:avLst/>
          </a:prstGeom>
          <a:noFill/>
          <a:ln w="6191">
            <a:solidFill>
              <a:srgbClr val="71819F">
                <a:alpha val="10000"/>
              </a:srgbClr>
            </a:solidFill>
            <a:prstDash val="solid"/>
          </a:ln>
        </p:spPr>
      </p:sp>
      <p:sp>
        <p:nvSpPr>
          <p:cNvPr id="9" name="partner-future-grid-v-512"/>
          <p:cNvSpPr>
            <a:spLocks noGrp="1"/>
          </p:cNvSpPr>
          <p:nvPr/>
        </p:nvSpPr>
        <p:spPr>
          <a:xfrm>
            <a:off x="4876800" y="0"/>
            <a:ext cx="0" cy="10287000"/>
          </a:xfrm>
          <a:prstGeom prst="line">
            <a:avLst/>
          </a:prstGeom>
          <a:noFill/>
          <a:ln w="6191">
            <a:solidFill>
              <a:srgbClr val="71819F">
                <a:alpha val="10000"/>
              </a:srgbClr>
            </a:solidFill>
            <a:prstDash val="solid"/>
          </a:ln>
        </p:spPr>
      </p:sp>
      <p:sp>
        <p:nvSpPr>
          <p:cNvPr id="10" name="partner-future-grid-v-576"/>
          <p:cNvSpPr>
            <a:spLocks noGrp="1"/>
          </p:cNvSpPr>
          <p:nvPr/>
        </p:nvSpPr>
        <p:spPr>
          <a:xfrm>
            <a:off x="5486400" y="0"/>
            <a:ext cx="0" cy="10287000"/>
          </a:xfrm>
          <a:prstGeom prst="line">
            <a:avLst/>
          </a:prstGeom>
          <a:noFill/>
          <a:ln w="6191">
            <a:solidFill>
              <a:srgbClr val="71819F">
                <a:alpha val="10000"/>
              </a:srgbClr>
            </a:solidFill>
            <a:prstDash val="solid"/>
          </a:ln>
        </p:spPr>
      </p:sp>
      <p:sp>
        <p:nvSpPr>
          <p:cNvPr id="11" name="partner-future-grid-v-640"/>
          <p:cNvSpPr>
            <a:spLocks noGrp="1"/>
          </p:cNvSpPr>
          <p:nvPr/>
        </p:nvSpPr>
        <p:spPr>
          <a:xfrm>
            <a:off x="6096000" y="0"/>
            <a:ext cx="0" cy="10287000"/>
          </a:xfrm>
          <a:prstGeom prst="line">
            <a:avLst/>
          </a:prstGeom>
          <a:noFill/>
          <a:ln w="6191">
            <a:solidFill>
              <a:srgbClr val="71819F">
                <a:alpha val="10000"/>
              </a:srgbClr>
            </a:solidFill>
            <a:prstDash val="solid"/>
          </a:ln>
        </p:spPr>
      </p:sp>
      <p:sp>
        <p:nvSpPr>
          <p:cNvPr id="12" name="partner-future-grid-v-704"/>
          <p:cNvSpPr>
            <a:spLocks noGrp="1"/>
          </p:cNvSpPr>
          <p:nvPr/>
        </p:nvSpPr>
        <p:spPr>
          <a:xfrm>
            <a:off x="6705600" y="0"/>
            <a:ext cx="0" cy="10287000"/>
          </a:xfrm>
          <a:prstGeom prst="line">
            <a:avLst/>
          </a:prstGeom>
          <a:noFill/>
          <a:ln w="6191">
            <a:solidFill>
              <a:srgbClr val="71819F">
                <a:alpha val="10000"/>
              </a:srgbClr>
            </a:solidFill>
            <a:prstDash val="solid"/>
          </a:ln>
        </p:spPr>
      </p:sp>
      <p:sp>
        <p:nvSpPr>
          <p:cNvPr id="13" name="partner-future-grid-v-768"/>
          <p:cNvSpPr>
            <a:spLocks noGrp="1"/>
          </p:cNvSpPr>
          <p:nvPr/>
        </p:nvSpPr>
        <p:spPr>
          <a:xfrm>
            <a:off x="7315200" y="0"/>
            <a:ext cx="0" cy="10287000"/>
          </a:xfrm>
          <a:prstGeom prst="line">
            <a:avLst/>
          </a:prstGeom>
          <a:noFill/>
          <a:ln w="6191">
            <a:solidFill>
              <a:srgbClr val="71819F">
                <a:alpha val="10000"/>
              </a:srgbClr>
            </a:solidFill>
            <a:prstDash val="solid"/>
          </a:ln>
        </p:spPr>
      </p:sp>
      <p:sp>
        <p:nvSpPr>
          <p:cNvPr id="14" name="partner-future-grid-v-832"/>
          <p:cNvSpPr>
            <a:spLocks noGrp="1"/>
          </p:cNvSpPr>
          <p:nvPr/>
        </p:nvSpPr>
        <p:spPr>
          <a:xfrm>
            <a:off x="7924800" y="0"/>
            <a:ext cx="0" cy="10287000"/>
          </a:xfrm>
          <a:prstGeom prst="line">
            <a:avLst/>
          </a:prstGeom>
          <a:noFill/>
          <a:ln w="6191">
            <a:solidFill>
              <a:srgbClr val="71819F">
                <a:alpha val="10000"/>
              </a:srgbClr>
            </a:solidFill>
            <a:prstDash val="solid"/>
          </a:ln>
        </p:spPr>
      </p:sp>
      <p:sp>
        <p:nvSpPr>
          <p:cNvPr id="15" name="partner-future-grid-v-896"/>
          <p:cNvSpPr>
            <a:spLocks noGrp="1"/>
          </p:cNvSpPr>
          <p:nvPr/>
        </p:nvSpPr>
        <p:spPr>
          <a:xfrm>
            <a:off x="8534400" y="0"/>
            <a:ext cx="0" cy="10287000"/>
          </a:xfrm>
          <a:prstGeom prst="line">
            <a:avLst/>
          </a:prstGeom>
          <a:noFill/>
          <a:ln w="6191">
            <a:solidFill>
              <a:srgbClr val="71819F">
                <a:alpha val="10000"/>
              </a:srgbClr>
            </a:solidFill>
            <a:prstDash val="solid"/>
          </a:ln>
        </p:spPr>
      </p:sp>
      <p:sp>
        <p:nvSpPr>
          <p:cNvPr id="16" name="partner-future-grid-v-960"/>
          <p:cNvSpPr>
            <a:spLocks noGrp="1"/>
          </p:cNvSpPr>
          <p:nvPr/>
        </p:nvSpPr>
        <p:spPr>
          <a:xfrm>
            <a:off x="9144000" y="0"/>
            <a:ext cx="0" cy="10287000"/>
          </a:xfrm>
          <a:prstGeom prst="line">
            <a:avLst/>
          </a:prstGeom>
          <a:noFill/>
          <a:ln w="6191">
            <a:solidFill>
              <a:srgbClr val="71819F">
                <a:alpha val="10000"/>
              </a:srgbClr>
            </a:solidFill>
            <a:prstDash val="solid"/>
          </a:ln>
        </p:spPr>
      </p:sp>
      <p:sp>
        <p:nvSpPr>
          <p:cNvPr id="17" name="partner-future-grid-v-1024"/>
          <p:cNvSpPr>
            <a:spLocks noGrp="1"/>
          </p:cNvSpPr>
          <p:nvPr/>
        </p:nvSpPr>
        <p:spPr>
          <a:xfrm>
            <a:off x="9753600" y="0"/>
            <a:ext cx="0" cy="10287000"/>
          </a:xfrm>
          <a:prstGeom prst="line">
            <a:avLst/>
          </a:prstGeom>
          <a:noFill/>
          <a:ln w="6191">
            <a:solidFill>
              <a:srgbClr val="71819F">
                <a:alpha val="10000"/>
              </a:srgbClr>
            </a:solidFill>
            <a:prstDash val="solid"/>
          </a:ln>
        </p:spPr>
      </p:sp>
      <p:sp>
        <p:nvSpPr>
          <p:cNvPr id="18" name="partner-future-grid-v-1088"/>
          <p:cNvSpPr>
            <a:spLocks noGrp="1"/>
          </p:cNvSpPr>
          <p:nvPr/>
        </p:nvSpPr>
        <p:spPr>
          <a:xfrm>
            <a:off x="10363200" y="0"/>
            <a:ext cx="0" cy="10287000"/>
          </a:xfrm>
          <a:prstGeom prst="line">
            <a:avLst/>
          </a:prstGeom>
          <a:noFill/>
          <a:ln w="6191">
            <a:solidFill>
              <a:srgbClr val="71819F">
                <a:alpha val="10000"/>
              </a:srgbClr>
            </a:solidFill>
            <a:prstDash val="solid"/>
          </a:ln>
        </p:spPr>
      </p:sp>
      <p:sp>
        <p:nvSpPr>
          <p:cNvPr id="19" name="partner-future-grid-v-1152"/>
          <p:cNvSpPr>
            <a:spLocks noGrp="1"/>
          </p:cNvSpPr>
          <p:nvPr/>
        </p:nvSpPr>
        <p:spPr>
          <a:xfrm>
            <a:off x="10972800" y="0"/>
            <a:ext cx="0" cy="10287000"/>
          </a:xfrm>
          <a:prstGeom prst="line">
            <a:avLst/>
          </a:prstGeom>
          <a:noFill/>
          <a:ln w="6191">
            <a:solidFill>
              <a:srgbClr val="71819F">
                <a:alpha val="10000"/>
              </a:srgbClr>
            </a:solidFill>
            <a:prstDash val="solid"/>
          </a:ln>
        </p:spPr>
      </p:sp>
      <p:sp>
        <p:nvSpPr>
          <p:cNvPr id="20" name="partner-future-grid-v-1216"/>
          <p:cNvSpPr>
            <a:spLocks noGrp="1"/>
          </p:cNvSpPr>
          <p:nvPr/>
        </p:nvSpPr>
        <p:spPr>
          <a:xfrm>
            <a:off x="11582400" y="0"/>
            <a:ext cx="0" cy="10287000"/>
          </a:xfrm>
          <a:prstGeom prst="line">
            <a:avLst/>
          </a:prstGeom>
          <a:noFill/>
          <a:ln w="6191">
            <a:solidFill>
              <a:srgbClr val="71819F">
                <a:alpha val="10000"/>
              </a:srgbClr>
            </a:solidFill>
            <a:prstDash val="solid"/>
          </a:ln>
        </p:spPr>
      </p:sp>
      <p:sp>
        <p:nvSpPr>
          <p:cNvPr id="21" name="partner-future-grid-v-1280"/>
          <p:cNvSpPr>
            <a:spLocks noGrp="1"/>
          </p:cNvSpPr>
          <p:nvPr/>
        </p:nvSpPr>
        <p:spPr>
          <a:xfrm>
            <a:off x="12192000" y="0"/>
            <a:ext cx="0" cy="10287000"/>
          </a:xfrm>
          <a:prstGeom prst="line">
            <a:avLst/>
          </a:prstGeom>
          <a:noFill/>
          <a:ln w="6191">
            <a:solidFill>
              <a:srgbClr val="71819F">
                <a:alpha val="10000"/>
              </a:srgbClr>
            </a:solidFill>
            <a:prstDash val="solid"/>
          </a:ln>
        </p:spPr>
      </p:sp>
      <p:sp>
        <p:nvSpPr>
          <p:cNvPr id="22" name="partner-future-grid-v-1344"/>
          <p:cNvSpPr>
            <a:spLocks noGrp="1"/>
          </p:cNvSpPr>
          <p:nvPr/>
        </p:nvSpPr>
        <p:spPr>
          <a:xfrm>
            <a:off x="12801600" y="0"/>
            <a:ext cx="0" cy="10287000"/>
          </a:xfrm>
          <a:prstGeom prst="line">
            <a:avLst/>
          </a:prstGeom>
          <a:noFill/>
          <a:ln w="6191">
            <a:solidFill>
              <a:srgbClr val="71819F">
                <a:alpha val="10000"/>
              </a:srgbClr>
            </a:solidFill>
            <a:prstDash val="solid"/>
          </a:ln>
        </p:spPr>
      </p:sp>
      <p:sp>
        <p:nvSpPr>
          <p:cNvPr id="23" name="partner-future-grid-v-1408"/>
          <p:cNvSpPr>
            <a:spLocks noGrp="1"/>
          </p:cNvSpPr>
          <p:nvPr/>
        </p:nvSpPr>
        <p:spPr>
          <a:xfrm>
            <a:off x="13411200" y="0"/>
            <a:ext cx="0" cy="10287000"/>
          </a:xfrm>
          <a:prstGeom prst="line">
            <a:avLst/>
          </a:prstGeom>
          <a:noFill/>
          <a:ln w="6191">
            <a:solidFill>
              <a:srgbClr val="71819F">
                <a:alpha val="10000"/>
              </a:srgbClr>
            </a:solidFill>
            <a:prstDash val="solid"/>
          </a:ln>
        </p:spPr>
      </p:sp>
      <p:sp>
        <p:nvSpPr>
          <p:cNvPr id="24" name="partner-future-grid-v-1472"/>
          <p:cNvSpPr>
            <a:spLocks noGrp="1"/>
          </p:cNvSpPr>
          <p:nvPr/>
        </p:nvSpPr>
        <p:spPr>
          <a:xfrm>
            <a:off x="14020800" y="0"/>
            <a:ext cx="0" cy="10287000"/>
          </a:xfrm>
          <a:prstGeom prst="line">
            <a:avLst/>
          </a:prstGeom>
          <a:noFill/>
          <a:ln w="6191">
            <a:solidFill>
              <a:srgbClr val="71819F">
                <a:alpha val="10000"/>
              </a:srgbClr>
            </a:solidFill>
            <a:prstDash val="solid"/>
          </a:ln>
        </p:spPr>
      </p:sp>
      <p:sp>
        <p:nvSpPr>
          <p:cNvPr id="25" name="partner-future-grid-v-1536"/>
          <p:cNvSpPr>
            <a:spLocks noGrp="1"/>
          </p:cNvSpPr>
          <p:nvPr/>
        </p:nvSpPr>
        <p:spPr>
          <a:xfrm>
            <a:off x="14630400" y="0"/>
            <a:ext cx="0" cy="10287000"/>
          </a:xfrm>
          <a:prstGeom prst="line">
            <a:avLst/>
          </a:prstGeom>
          <a:noFill/>
          <a:ln w="6191">
            <a:solidFill>
              <a:srgbClr val="71819F">
                <a:alpha val="10000"/>
              </a:srgbClr>
            </a:solidFill>
            <a:prstDash val="solid"/>
          </a:ln>
        </p:spPr>
      </p:sp>
      <p:sp>
        <p:nvSpPr>
          <p:cNvPr id="26" name="partner-future-grid-v-1600"/>
          <p:cNvSpPr>
            <a:spLocks noGrp="1"/>
          </p:cNvSpPr>
          <p:nvPr/>
        </p:nvSpPr>
        <p:spPr>
          <a:xfrm>
            <a:off x="15240000" y="0"/>
            <a:ext cx="0" cy="10287000"/>
          </a:xfrm>
          <a:prstGeom prst="line">
            <a:avLst/>
          </a:prstGeom>
          <a:noFill/>
          <a:ln w="6191">
            <a:solidFill>
              <a:srgbClr val="71819F">
                <a:alpha val="10000"/>
              </a:srgbClr>
            </a:solidFill>
            <a:prstDash val="solid"/>
          </a:ln>
        </p:spPr>
      </p:sp>
      <p:sp>
        <p:nvSpPr>
          <p:cNvPr id="27" name="partner-future-grid-v-1664"/>
          <p:cNvSpPr>
            <a:spLocks noGrp="1"/>
          </p:cNvSpPr>
          <p:nvPr/>
        </p:nvSpPr>
        <p:spPr>
          <a:xfrm>
            <a:off x="15849600" y="0"/>
            <a:ext cx="0" cy="10287000"/>
          </a:xfrm>
          <a:prstGeom prst="line">
            <a:avLst/>
          </a:prstGeom>
          <a:noFill/>
          <a:ln w="6191">
            <a:solidFill>
              <a:srgbClr val="71819F">
                <a:alpha val="10000"/>
              </a:srgbClr>
            </a:solidFill>
            <a:prstDash val="solid"/>
          </a:ln>
        </p:spPr>
      </p:sp>
      <p:sp>
        <p:nvSpPr>
          <p:cNvPr id="28" name="partner-future-grid-v-1728"/>
          <p:cNvSpPr>
            <a:spLocks noGrp="1"/>
          </p:cNvSpPr>
          <p:nvPr/>
        </p:nvSpPr>
        <p:spPr>
          <a:xfrm>
            <a:off x="16459200" y="0"/>
            <a:ext cx="0" cy="10287000"/>
          </a:xfrm>
          <a:prstGeom prst="line">
            <a:avLst/>
          </a:prstGeom>
          <a:noFill/>
          <a:ln w="6191">
            <a:solidFill>
              <a:srgbClr val="71819F">
                <a:alpha val="10000"/>
              </a:srgbClr>
            </a:solidFill>
            <a:prstDash val="solid"/>
          </a:ln>
        </p:spPr>
      </p:sp>
      <p:sp>
        <p:nvSpPr>
          <p:cNvPr id="29" name="partner-future-grid-v-1792"/>
          <p:cNvSpPr>
            <a:spLocks noGrp="1"/>
          </p:cNvSpPr>
          <p:nvPr/>
        </p:nvSpPr>
        <p:spPr>
          <a:xfrm>
            <a:off x="17068800" y="0"/>
            <a:ext cx="0" cy="10287000"/>
          </a:xfrm>
          <a:prstGeom prst="line">
            <a:avLst/>
          </a:prstGeom>
          <a:noFill/>
          <a:ln w="6191">
            <a:solidFill>
              <a:srgbClr val="71819F">
                <a:alpha val="10000"/>
              </a:srgbClr>
            </a:solidFill>
            <a:prstDash val="solid"/>
          </a:ln>
        </p:spPr>
      </p:sp>
      <p:sp>
        <p:nvSpPr>
          <p:cNvPr id="30" name="partner-future-grid-v-1856"/>
          <p:cNvSpPr>
            <a:spLocks noGrp="1"/>
          </p:cNvSpPr>
          <p:nvPr/>
        </p:nvSpPr>
        <p:spPr>
          <a:xfrm>
            <a:off x="17678400" y="0"/>
            <a:ext cx="0" cy="10287000"/>
          </a:xfrm>
          <a:prstGeom prst="line">
            <a:avLst/>
          </a:prstGeom>
          <a:noFill/>
          <a:ln w="6191">
            <a:solidFill>
              <a:srgbClr val="71819F">
                <a:alpha val="10000"/>
              </a:srgbClr>
            </a:solidFill>
            <a:prstDash val="solid"/>
          </a:ln>
        </p:spPr>
      </p:sp>
      <p:sp>
        <p:nvSpPr>
          <p:cNvPr id="31" name="partner-future-grid-v-1920"/>
          <p:cNvSpPr>
            <a:spLocks noGrp="1"/>
          </p:cNvSpPr>
          <p:nvPr/>
        </p:nvSpPr>
        <p:spPr>
          <a:xfrm>
            <a:off x="18288000" y="0"/>
            <a:ext cx="0" cy="10287000"/>
          </a:xfrm>
          <a:prstGeom prst="line">
            <a:avLst/>
          </a:prstGeom>
          <a:noFill/>
          <a:ln w="6191">
            <a:solidFill>
              <a:srgbClr val="71819F">
                <a:alpha val="10000"/>
              </a:srgbClr>
            </a:solidFill>
            <a:prstDash val="solid"/>
          </a:ln>
        </p:spPr>
      </p:sp>
      <p:sp>
        <p:nvSpPr>
          <p:cNvPr id="32" name="partner-future-grid-h-0"/>
          <p:cNvSpPr>
            <a:spLocks noGrp="1"/>
          </p:cNvSpPr>
          <p:nvPr/>
        </p:nvSpPr>
        <p:spPr>
          <a:xfrm>
            <a:off x="0" y="0"/>
            <a:ext cx="18288000" cy="0"/>
          </a:xfrm>
          <a:prstGeom prst="line">
            <a:avLst/>
          </a:prstGeom>
          <a:noFill/>
          <a:ln w="6191">
            <a:solidFill>
              <a:srgbClr val="71819F">
                <a:alpha val="10000"/>
              </a:srgbClr>
            </a:solidFill>
            <a:prstDash val="solid"/>
          </a:ln>
        </p:spPr>
      </p:sp>
      <p:sp>
        <p:nvSpPr>
          <p:cNvPr id="33" name="partner-future-grid-h-64"/>
          <p:cNvSpPr>
            <a:spLocks noGrp="1"/>
          </p:cNvSpPr>
          <p:nvPr/>
        </p:nvSpPr>
        <p:spPr>
          <a:xfrm>
            <a:off x="0" y="609600"/>
            <a:ext cx="18288000" cy="0"/>
          </a:xfrm>
          <a:prstGeom prst="line">
            <a:avLst/>
          </a:prstGeom>
          <a:noFill/>
          <a:ln w="6191">
            <a:solidFill>
              <a:srgbClr val="71819F">
                <a:alpha val="10000"/>
              </a:srgbClr>
            </a:solidFill>
            <a:prstDash val="solid"/>
          </a:ln>
        </p:spPr>
      </p:sp>
      <p:sp>
        <p:nvSpPr>
          <p:cNvPr id="34" name="partner-future-grid-h-128"/>
          <p:cNvSpPr>
            <a:spLocks noGrp="1"/>
          </p:cNvSpPr>
          <p:nvPr/>
        </p:nvSpPr>
        <p:spPr>
          <a:xfrm>
            <a:off x="0" y="1219200"/>
            <a:ext cx="18288000" cy="0"/>
          </a:xfrm>
          <a:prstGeom prst="line">
            <a:avLst/>
          </a:prstGeom>
          <a:noFill/>
          <a:ln w="6191">
            <a:solidFill>
              <a:srgbClr val="71819F">
                <a:alpha val="10000"/>
              </a:srgbClr>
            </a:solidFill>
            <a:prstDash val="solid"/>
          </a:ln>
        </p:spPr>
      </p:sp>
      <p:sp>
        <p:nvSpPr>
          <p:cNvPr id="35" name="partner-future-grid-h-192"/>
          <p:cNvSpPr>
            <a:spLocks noGrp="1"/>
          </p:cNvSpPr>
          <p:nvPr/>
        </p:nvSpPr>
        <p:spPr>
          <a:xfrm>
            <a:off x="0" y="1828800"/>
            <a:ext cx="18288000" cy="0"/>
          </a:xfrm>
          <a:prstGeom prst="line">
            <a:avLst/>
          </a:prstGeom>
          <a:noFill/>
          <a:ln w="6191">
            <a:solidFill>
              <a:srgbClr val="71819F">
                <a:alpha val="10000"/>
              </a:srgbClr>
            </a:solidFill>
            <a:prstDash val="solid"/>
          </a:ln>
        </p:spPr>
      </p:sp>
      <p:sp>
        <p:nvSpPr>
          <p:cNvPr id="36" name="partner-future-grid-h-256"/>
          <p:cNvSpPr>
            <a:spLocks noGrp="1"/>
          </p:cNvSpPr>
          <p:nvPr/>
        </p:nvSpPr>
        <p:spPr>
          <a:xfrm>
            <a:off x="0" y="2438400"/>
            <a:ext cx="18288000" cy="0"/>
          </a:xfrm>
          <a:prstGeom prst="line">
            <a:avLst/>
          </a:prstGeom>
          <a:noFill/>
          <a:ln w="6191">
            <a:solidFill>
              <a:srgbClr val="71819F">
                <a:alpha val="10000"/>
              </a:srgbClr>
            </a:solidFill>
            <a:prstDash val="solid"/>
          </a:ln>
        </p:spPr>
      </p:sp>
      <p:sp>
        <p:nvSpPr>
          <p:cNvPr id="37" name="partner-future-grid-h-320"/>
          <p:cNvSpPr>
            <a:spLocks noGrp="1"/>
          </p:cNvSpPr>
          <p:nvPr/>
        </p:nvSpPr>
        <p:spPr>
          <a:xfrm>
            <a:off x="0" y="3048000"/>
            <a:ext cx="18288000" cy="0"/>
          </a:xfrm>
          <a:prstGeom prst="line">
            <a:avLst/>
          </a:prstGeom>
          <a:noFill/>
          <a:ln w="6191">
            <a:solidFill>
              <a:srgbClr val="71819F">
                <a:alpha val="10000"/>
              </a:srgbClr>
            </a:solidFill>
            <a:prstDash val="solid"/>
          </a:ln>
        </p:spPr>
      </p:sp>
      <p:sp>
        <p:nvSpPr>
          <p:cNvPr id="38" name="partner-future-grid-h-384"/>
          <p:cNvSpPr>
            <a:spLocks noGrp="1"/>
          </p:cNvSpPr>
          <p:nvPr/>
        </p:nvSpPr>
        <p:spPr>
          <a:xfrm>
            <a:off x="0" y="3657600"/>
            <a:ext cx="18288000" cy="0"/>
          </a:xfrm>
          <a:prstGeom prst="line">
            <a:avLst/>
          </a:prstGeom>
          <a:noFill/>
          <a:ln w="6191">
            <a:solidFill>
              <a:srgbClr val="71819F">
                <a:alpha val="10000"/>
              </a:srgbClr>
            </a:solidFill>
            <a:prstDash val="solid"/>
          </a:ln>
        </p:spPr>
      </p:sp>
      <p:sp>
        <p:nvSpPr>
          <p:cNvPr id="39" name="partner-future-grid-h-448"/>
          <p:cNvSpPr>
            <a:spLocks noGrp="1"/>
          </p:cNvSpPr>
          <p:nvPr/>
        </p:nvSpPr>
        <p:spPr>
          <a:xfrm>
            <a:off x="0" y="4267200"/>
            <a:ext cx="18288000" cy="0"/>
          </a:xfrm>
          <a:prstGeom prst="line">
            <a:avLst/>
          </a:prstGeom>
          <a:noFill/>
          <a:ln w="6191">
            <a:solidFill>
              <a:srgbClr val="71819F">
                <a:alpha val="10000"/>
              </a:srgbClr>
            </a:solidFill>
            <a:prstDash val="solid"/>
          </a:ln>
        </p:spPr>
      </p:sp>
      <p:sp>
        <p:nvSpPr>
          <p:cNvPr id="40" name="partner-future-grid-h-512"/>
          <p:cNvSpPr>
            <a:spLocks noGrp="1"/>
          </p:cNvSpPr>
          <p:nvPr/>
        </p:nvSpPr>
        <p:spPr>
          <a:xfrm>
            <a:off x="0" y="4876800"/>
            <a:ext cx="18288000" cy="0"/>
          </a:xfrm>
          <a:prstGeom prst="line">
            <a:avLst/>
          </a:prstGeom>
          <a:noFill/>
          <a:ln w="6191">
            <a:solidFill>
              <a:srgbClr val="71819F">
                <a:alpha val="10000"/>
              </a:srgbClr>
            </a:solidFill>
            <a:prstDash val="solid"/>
          </a:ln>
        </p:spPr>
      </p:sp>
      <p:sp>
        <p:nvSpPr>
          <p:cNvPr id="41" name="partner-future-grid-h-576"/>
          <p:cNvSpPr>
            <a:spLocks noGrp="1"/>
          </p:cNvSpPr>
          <p:nvPr/>
        </p:nvSpPr>
        <p:spPr>
          <a:xfrm>
            <a:off x="0" y="5486400"/>
            <a:ext cx="18288000" cy="0"/>
          </a:xfrm>
          <a:prstGeom prst="line">
            <a:avLst/>
          </a:prstGeom>
          <a:noFill/>
          <a:ln w="6191">
            <a:solidFill>
              <a:srgbClr val="71819F">
                <a:alpha val="10000"/>
              </a:srgbClr>
            </a:solidFill>
            <a:prstDash val="solid"/>
          </a:ln>
        </p:spPr>
      </p:sp>
      <p:sp>
        <p:nvSpPr>
          <p:cNvPr id="42" name="partner-future-grid-h-640"/>
          <p:cNvSpPr>
            <a:spLocks noGrp="1"/>
          </p:cNvSpPr>
          <p:nvPr/>
        </p:nvSpPr>
        <p:spPr>
          <a:xfrm>
            <a:off x="0" y="6096000"/>
            <a:ext cx="18288000" cy="0"/>
          </a:xfrm>
          <a:prstGeom prst="line">
            <a:avLst/>
          </a:prstGeom>
          <a:noFill/>
          <a:ln w="6191">
            <a:solidFill>
              <a:srgbClr val="71819F">
                <a:alpha val="10000"/>
              </a:srgbClr>
            </a:solidFill>
            <a:prstDash val="solid"/>
          </a:ln>
        </p:spPr>
      </p:sp>
      <p:sp>
        <p:nvSpPr>
          <p:cNvPr id="43" name="partner-future-grid-h-704"/>
          <p:cNvSpPr>
            <a:spLocks noGrp="1"/>
          </p:cNvSpPr>
          <p:nvPr/>
        </p:nvSpPr>
        <p:spPr>
          <a:xfrm>
            <a:off x="0" y="6705600"/>
            <a:ext cx="18288000" cy="0"/>
          </a:xfrm>
          <a:prstGeom prst="line">
            <a:avLst/>
          </a:prstGeom>
          <a:noFill/>
          <a:ln w="6191">
            <a:solidFill>
              <a:srgbClr val="71819F">
                <a:alpha val="10000"/>
              </a:srgbClr>
            </a:solidFill>
            <a:prstDash val="solid"/>
          </a:ln>
        </p:spPr>
      </p:sp>
      <p:sp>
        <p:nvSpPr>
          <p:cNvPr id="44" name="partner-future-grid-h-768"/>
          <p:cNvSpPr>
            <a:spLocks noGrp="1"/>
          </p:cNvSpPr>
          <p:nvPr/>
        </p:nvSpPr>
        <p:spPr>
          <a:xfrm>
            <a:off x="0" y="7315200"/>
            <a:ext cx="18288000" cy="0"/>
          </a:xfrm>
          <a:prstGeom prst="line">
            <a:avLst/>
          </a:prstGeom>
          <a:noFill/>
          <a:ln w="6191">
            <a:solidFill>
              <a:srgbClr val="71819F">
                <a:alpha val="10000"/>
              </a:srgbClr>
            </a:solidFill>
            <a:prstDash val="solid"/>
          </a:ln>
        </p:spPr>
      </p:sp>
      <p:sp>
        <p:nvSpPr>
          <p:cNvPr id="45" name="partner-future-grid-h-832"/>
          <p:cNvSpPr>
            <a:spLocks noGrp="1"/>
          </p:cNvSpPr>
          <p:nvPr/>
        </p:nvSpPr>
        <p:spPr>
          <a:xfrm>
            <a:off x="0" y="7924800"/>
            <a:ext cx="18288000" cy="0"/>
          </a:xfrm>
          <a:prstGeom prst="line">
            <a:avLst/>
          </a:prstGeom>
          <a:noFill/>
          <a:ln w="6191">
            <a:solidFill>
              <a:srgbClr val="71819F">
                <a:alpha val="10000"/>
              </a:srgbClr>
            </a:solidFill>
            <a:prstDash val="solid"/>
          </a:ln>
        </p:spPr>
      </p:sp>
      <p:sp>
        <p:nvSpPr>
          <p:cNvPr id="46" name="partner-future-grid-h-896"/>
          <p:cNvSpPr>
            <a:spLocks noGrp="1"/>
          </p:cNvSpPr>
          <p:nvPr/>
        </p:nvSpPr>
        <p:spPr>
          <a:xfrm>
            <a:off x="0" y="8534400"/>
            <a:ext cx="18288000" cy="0"/>
          </a:xfrm>
          <a:prstGeom prst="line">
            <a:avLst/>
          </a:prstGeom>
          <a:noFill/>
          <a:ln w="6191">
            <a:solidFill>
              <a:srgbClr val="71819F">
                <a:alpha val="10000"/>
              </a:srgbClr>
            </a:solidFill>
            <a:prstDash val="solid"/>
          </a:ln>
        </p:spPr>
      </p:sp>
      <p:sp>
        <p:nvSpPr>
          <p:cNvPr id="47" name="partner-future-grid-h-960"/>
          <p:cNvSpPr>
            <a:spLocks noGrp="1"/>
          </p:cNvSpPr>
          <p:nvPr/>
        </p:nvSpPr>
        <p:spPr>
          <a:xfrm>
            <a:off x="0" y="9144000"/>
            <a:ext cx="18288000" cy="0"/>
          </a:xfrm>
          <a:prstGeom prst="line">
            <a:avLst/>
          </a:prstGeom>
          <a:noFill/>
          <a:ln w="6191">
            <a:solidFill>
              <a:srgbClr val="71819F">
                <a:alpha val="10000"/>
              </a:srgbClr>
            </a:solidFill>
            <a:prstDash val="solid"/>
          </a:ln>
        </p:spPr>
      </p:sp>
      <p:sp>
        <p:nvSpPr>
          <p:cNvPr id="48" name="partner-future-grid-h-1024"/>
          <p:cNvSpPr>
            <a:spLocks noGrp="1"/>
          </p:cNvSpPr>
          <p:nvPr/>
        </p:nvSpPr>
        <p:spPr>
          <a:xfrm>
            <a:off x="0" y="9753600"/>
            <a:ext cx="18288000" cy="0"/>
          </a:xfrm>
          <a:prstGeom prst="line">
            <a:avLst/>
          </a:prstGeom>
          <a:noFill/>
          <a:ln w="6191">
            <a:solidFill>
              <a:srgbClr val="71819F">
                <a:alpha val="10000"/>
              </a:srgbClr>
            </a:solidFill>
            <a:prstDash val="solid"/>
          </a:ln>
        </p:spPr>
      </p:sp>
      <p:sp>
        <p:nvSpPr>
          <p:cNvPr id="49" name="未来共建右侧蓝色斜面"/>
          <p:cNvSpPr>
            <a:spLocks noGrp="1"/>
          </p:cNvSpPr>
          <p:nvPr/>
        </p:nvSpPr>
        <p:spPr>
          <a:xfrm>
            <a:off x="12304395" y="0"/>
            <a:ext cx="5983605" cy="10267315"/>
          </a:xfrm>
          <a:custGeom>
            <a:avLst/>
            <a:gdLst/>
            <a:ahLst/>
            <a:cxnLst/>
            <a:pathLst>
              <a:path w="4572000" h="8001000">
                <a:moveTo>
                  <a:pt x="1714500" y="0"/>
                </a:moveTo>
                <a:lnTo>
                  <a:pt x="4572000" y="0"/>
                </a:lnTo>
                <a:lnTo>
                  <a:pt x="4572000" y="8001000"/>
                </a:lnTo>
                <a:lnTo>
                  <a:pt x="0" y="8001000"/>
                </a:lnTo>
                <a:close/>
              </a:path>
            </a:pathLst>
          </a:custGeom>
          <a:solidFill>
            <a:srgbClr val="173EC7"/>
          </a:solidFill>
          <a:ln w="0">
            <a:noFill/>
            <a:prstDash val="solid"/>
          </a:ln>
        </p:spPr>
      </p:sp>
      <p:sp>
        <p:nvSpPr>
          <p:cNvPr id="50" name="未来共建背景FDE"/>
          <p:cNvSpPr>
            <a:spLocks noGrp="1"/>
          </p:cNvSpPr>
          <p:nvPr/>
        </p:nvSpPr>
        <p:spPr>
          <a:xfrm>
            <a:off x="13525500" y="1143000"/>
            <a:ext cx="4762500" cy="2381250"/>
          </a:xfrm>
          <a:prstGeom prst="rect">
            <a:avLst/>
          </a:prstGeom>
          <a:noFill/>
          <a:ln w="0">
            <a:noFill/>
            <a:prstDash val="solid"/>
          </a:ln>
        </p:spPr>
        <p:txBody>
          <a:bodyPr wrap="square" lIns="0" tIns="0" rIns="0" bIns="0" anchor="ctr">
            <a:normAutofit/>
          </a:bodyPr>
          <a:lstStyle/>
          <a:p>
            <a:pPr algn="r">
              <a:buNone/>
              <a:defRPr sz="14250" b="1">
                <a:solidFill>
                  <a:srgbClr val="FFFFFF">
                    <a:alpha val="8000"/>
                  </a:srgbClr>
                </a:solidFill>
                <a:latin typeface="Arial" panose="020B0604020202090204"/>
                <a:ea typeface="Arial" panose="020B0604020202090204"/>
                <a:cs typeface="Arial" panose="020B0604020202090204"/>
              </a:defRPr>
            </a:pPr>
            <a:r>
              <a:rPr sz="14250" b="1">
                <a:solidFill>
                  <a:srgbClr val="FFFFFF">
                    <a:alpha val="8000"/>
                  </a:srgbClr>
                </a:solidFill>
                <a:latin typeface="Arial" panose="020B0604020202090204"/>
                <a:ea typeface="Arial" panose="020B0604020202090204"/>
                <a:cs typeface="Arial" panose="020B0604020202090204"/>
              </a:rPr>
              <a:t>FDE</a:t>
            </a:r>
            <a:endParaRPr sz="14250" b="1">
              <a:solidFill>
                <a:srgbClr val="FFFFFF">
                  <a:alpha val="8000"/>
                </a:srgbClr>
              </a:solidFill>
              <a:latin typeface="Arial" panose="020B0604020202090204"/>
              <a:ea typeface="Arial" panose="020B0604020202090204"/>
              <a:cs typeface="Arial" panose="020B0604020202090204"/>
            </a:endParaRPr>
          </a:p>
        </p:txBody>
      </p:sp>
      <p:sp>
        <p:nvSpPr>
          <p:cNvPr id="51" name="联合品牌底板"/>
          <p:cNvSpPr>
            <a:spLocks noGrp="1"/>
          </p:cNvSpPr>
          <p:nvPr/>
        </p:nvSpPr>
        <p:spPr>
          <a:xfrm>
            <a:off x="5476875" y="285750"/>
            <a:ext cx="7334250" cy="781050"/>
          </a:xfrm>
          <a:prstGeom prst="roundRect">
            <a:avLst>
              <a:gd name="adj" fmla="val 9756"/>
            </a:avLst>
          </a:prstGeom>
          <a:solidFill>
            <a:srgbClr val="FFFFFF"/>
          </a:solidFill>
          <a:ln w="9525">
            <a:solidFill>
              <a:srgbClr val="FFFFFF">
                <a:alpha val="16000"/>
              </a:srgbClr>
            </a:solidFill>
            <a:prstDash val="solid"/>
          </a:ln>
        </p:spPr>
      </p:sp>
      <p:pic>
        <p:nvPicPr>
          <p:cNvPr id="140" name="上海交大安泰MBA标志"/>
          <p:cNvPicPr>
            <a:picLocks noChangeAspect="1"/>
          </p:cNvPicPr>
          <p:nvPr/>
        </p:nvPicPr>
        <p:blipFill>
          <a:blip r:embed="rId1"/>
          <a:stretch>
            <a:fillRect/>
          </a:stretch>
        </p:blipFill>
        <p:spPr>
          <a:xfrm>
            <a:off x="6143625" y="459836"/>
            <a:ext cx="2686050" cy="432878"/>
          </a:xfrm>
          <a:prstGeom prst="rect">
            <a:avLst/>
          </a:prstGeom>
        </p:spPr>
      </p:pic>
      <p:sp>
        <p:nvSpPr>
          <p:cNvPr id="53" name="联合品牌分隔线"/>
          <p:cNvSpPr>
            <a:spLocks noGrp="1"/>
          </p:cNvSpPr>
          <p:nvPr/>
        </p:nvSpPr>
        <p:spPr>
          <a:xfrm>
            <a:off x="9096375" y="447675"/>
            <a:ext cx="0" cy="457200"/>
          </a:xfrm>
          <a:prstGeom prst="line">
            <a:avLst/>
          </a:prstGeom>
          <a:noFill/>
          <a:ln w="9525">
            <a:solidFill>
              <a:srgbClr val="C8D0DC"/>
            </a:solidFill>
            <a:prstDash val="solid"/>
          </a:ln>
        </p:spPr>
      </p:sp>
      <p:pic>
        <p:nvPicPr>
          <p:cNvPr id="142" name="Datawhale标志"/>
          <p:cNvPicPr>
            <a:picLocks noChangeAspect="1"/>
          </p:cNvPicPr>
          <p:nvPr/>
        </p:nvPicPr>
        <p:blipFill>
          <a:blip r:embed="rId2"/>
          <a:stretch>
            <a:fillRect/>
          </a:stretch>
        </p:blipFill>
        <p:spPr>
          <a:xfrm>
            <a:off x="9410700" y="497681"/>
            <a:ext cx="2524125" cy="357188"/>
          </a:xfrm>
          <a:prstGeom prst="rect">
            <a:avLst/>
          </a:prstGeom>
        </p:spPr>
      </p:pic>
      <p:sp>
        <p:nvSpPr>
          <p:cNvPr id="55" name="未来共建标题"/>
          <p:cNvSpPr>
            <a:spLocks noGrp="1"/>
          </p:cNvSpPr>
          <p:nvPr/>
        </p:nvSpPr>
        <p:spPr>
          <a:xfrm>
            <a:off x="2095500" y="1601470"/>
            <a:ext cx="14097000" cy="781050"/>
          </a:xfrm>
          <a:prstGeom prst="rect">
            <a:avLst/>
          </a:prstGeom>
          <a:noFill/>
          <a:ln w="0">
            <a:noFill/>
            <a:prstDash val="solid"/>
          </a:ln>
        </p:spPr>
        <p:txBody>
          <a:bodyPr wrap="square" lIns="0" tIns="0" rIns="0" bIns="0" anchor="ctr">
            <a:normAutofit/>
          </a:bodyPr>
          <a:lstStyle/>
          <a:p>
            <a:pPr algn="ctr">
              <a:buNone/>
              <a:defRPr sz="4275" b="1">
                <a:solidFill>
                  <a:srgbClr val="FFFFFF"/>
                </a:solidFill>
                <a:latin typeface="PingFang SC" panose="020B0400000000000000" charset="-122"/>
                <a:ea typeface="PingFang SC" panose="020B0400000000000000" charset="-122"/>
                <a:cs typeface="PingFang SC" panose="020B0400000000000000" charset="-122"/>
              </a:defRPr>
            </a:pPr>
            <a:r>
              <a:rPr sz="4275" b="1">
                <a:solidFill>
                  <a:srgbClr val="FFFFFF"/>
                </a:solidFill>
                <a:latin typeface="PingFang SC" panose="020B0400000000000000" charset="-122"/>
                <a:ea typeface="PingFang SC" panose="020B0400000000000000" charset="-122"/>
                <a:cs typeface="PingFang SC" panose="020B0400000000000000" charset="-122"/>
              </a:rPr>
              <a:t>共建从人才培养到企业落地的长期通道</a:t>
            </a:r>
            <a:endParaRPr sz="42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6" name="安泰角色-panel"/>
          <p:cNvSpPr>
            <a:spLocks noGrp="1"/>
          </p:cNvSpPr>
          <p:nvPr/>
        </p:nvSpPr>
        <p:spPr>
          <a:xfrm>
            <a:off x="1809750" y="3380105"/>
            <a:ext cx="5715000" cy="1504950"/>
          </a:xfrm>
          <a:prstGeom prst="rect">
            <a:avLst/>
          </a:prstGeom>
          <a:solidFill>
            <a:srgbClr val="10192D"/>
          </a:solidFill>
          <a:ln w="9525">
            <a:solidFill>
              <a:srgbClr val="38445B"/>
            </a:solidFill>
            <a:prstDash val="solid"/>
          </a:ln>
        </p:spPr>
      </p:sp>
      <p:sp>
        <p:nvSpPr>
          <p:cNvPr id="57" name="安泰角色-accent"/>
          <p:cNvSpPr>
            <a:spLocks noGrp="1"/>
          </p:cNvSpPr>
          <p:nvPr/>
        </p:nvSpPr>
        <p:spPr>
          <a:xfrm>
            <a:off x="1809750" y="3380105"/>
            <a:ext cx="5715000" cy="76200"/>
          </a:xfrm>
          <a:prstGeom prst="rect">
            <a:avLst/>
          </a:prstGeom>
          <a:solidFill>
            <a:srgbClr val="FF782E"/>
          </a:solidFill>
          <a:ln w="0">
            <a:noFill/>
            <a:prstDash val="solid"/>
          </a:ln>
        </p:spPr>
      </p:sp>
      <p:sp>
        <p:nvSpPr>
          <p:cNvPr id="58" name="安泰角色-title"/>
          <p:cNvSpPr>
            <a:spLocks noGrp="1"/>
          </p:cNvSpPr>
          <p:nvPr/>
        </p:nvSpPr>
        <p:spPr>
          <a:xfrm>
            <a:off x="2133600" y="3656330"/>
            <a:ext cx="2286000" cy="438150"/>
          </a:xfrm>
          <a:prstGeom prst="rect">
            <a:avLst/>
          </a:prstGeom>
          <a:noFill/>
          <a:ln w="0">
            <a:noFill/>
            <a:prstDash val="solid"/>
          </a:ln>
        </p:spPr>
        <p:txBody>
          <a:bodyPr wrap="square" lIns="0" tIns="0" rIns="0" bIns="0" anchor="ctr">
            <a:normAutofit/>
          </a:bodyPr>
          <a:lstStyle/>
          <a:p>
            <a:pPr algn="l">
              <a:buNone/>
              <a:defRPr sz="2325" b="1">
                <a:solidFill>
                  <a:srgbClr val="FFFFFF"/>
                </a:solidFill>
                <a:latin typeface="PingFang SC" panose="020B0400000000000000" charset="-122"/>
                <a:ea typeface="PingFang SC" panose="020B0400000000000000" charset="-122"/>
                <a:cs typeface="PingFang SC" panose="020B0400000000000000" charset="-122"/>
              </a:defRPr>
            </a:pPr>
            <a:r>
              <a:rPr sz="2325" b="1">
                <a:solidFill>
                  <a:srgbClr val="FFFFFF"/>
                </a:solidFill>
                <a:latin typeface="PingFang SC" panose="020B0400000000000000" charset="-122"/>
                <a:ea typeface="PingFang SC" panose="020B0400000000000000" charset="-122"/>
                <a:cs typeface="PingFang SC" panose="020B0400000000000000" charset="-122"/>
              </a:rPr>
              <a:t>交大安泰</a:t>
            </a:r>
            <a:endParaRPr sz="23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59" name="安泰角色-body"/>
          <p:cNvSpPr>
            <a:spLocks noGrp="1"/>
          </p:cNvSpPr>
          <p:nvPr/>
        </p:nvSpPr>
        <p:spPr>
          <a:xfrm>
            <a:off x="2133600" y="4227830"/>
            <a:ext cx="5048250" cy="381000"/>
          </a:xfrm>
          <a:prstGeom prst="rect">
            <a:avLst/>
          </a:prstGeom>
          <a:noFill/>
          <a:ln w="0">
            <a:noFill/>
            <a:prstDash val="solid"/>
          </a:ln>
        </p:spPr>
        <p:txBody>
          <a:bodyPr wrap="square" lIns="0" tIns="0" rIns="0" bIns="0" anchor="ctr">
            <a:normAutofit/>
          </a:bodyPr>
          <a:lstStyle/>
          <a:p>
            <a:pPr algn="l">
              <a:buNone/>
              <a:defRPr sz="1650" b="1">
                <a:solidFill>
                  <a:srgbClr val="AAB4C5"/>
                </a:solidFill>
                <a:latin typeface="PingFang SC" panose="020B0400000000000000" charset="-122"/>
                <a:ea typeface="PingFang SC" panose="020B0400000000000000" charset="-122"/>
                <a:cs typeface="PingFang SC" panose="020B0400000000000000" charset="-122"/>
              </a:defRPr>
            </a:pPr>
            <a:r>
              <a:rPr sz="1650" b="1">
                <a:solidFill>
                  <a:srgbClr val="AAB4C5"/>
                </a:solidFill>
                <a:latin typeface="PingFang SC" panose="020B0400000000000000" charset="-122"/>
                <a:ea typeface="PingFang SC" panose="020B0400000000000000" charset="-122"/>
                <a:cs typeface="PingFang SC" panose="020B0400000000000000" charset="-122"/>
              </a:rPr>
              <a:t>经管教育　·　行业研究　·　企业与校友场景</a:t>
            </a:r>
            <a:endParaRPr sz="16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60" name="Datawhale角色-panel"/>
          <p:cNvSpPr>
            <a:spLocks noGrp="1"/>
          </p:cNvSpPr>
          <p:nvPr/>
        </p:nvSpPr>
        <p:spPr>
          <a:xfrm>
            <a:off x="10763250" y="3380105"/>
            <a:ext cx="5715000" cy="1504950"/>
          </a:xfrm>
          <a:prstGeom prst="rect">
            <a:avLst/>
          </a:prstGeom>
          <a:solidFill>
            <a:srgbClr val="10192D"/>
          </a:solidFill>
          <a:ln w="9525">
            <a:solidFill>
              <a:srgbClr val="38445B"/>
            </a:solidFill>
            <a:prstDash val="solid"/>
          </a:ln>
        </p:spPr>
      </p:sp>
      <p:sp>
        <p:nvSpPr>
          <p:cNvPr id="61" name="Datawhale角色-accent"/>
          <p:cNvSpPr>
            <a:spLocks noGrp="1"/>
          </p:cNvSpPr>
          <p:nvPr/>
        </p:nvSpPr>
        <p:spPr>
          <a:xfrm>
            <a:off x="10763250" y="3380105"/>
            <a:ext cx="5715000" cy="76200"/>
          </a:xfrm>
          <a:prstGeom prst="rect">
            <a:avLst/>
          </a:prstGeom>
          <a:solidFill>
            <a:srgbClr val="2E5BFF"/>
          </a:solidFill>
          <a:ln w="0">
            <a:noFill/>
            <a:prstDash val="solid"/>
          </a:ln>
        </p:spPr>
      </p:sp>
      <p:sp>
        <p:nvSpPr>
          <p:cNvPr id="62" name="Datawhale角色-title"/>
          <p:cNvSpPr>
            <a:spLocks noGrp="1"/>
          </p:cNvSpPr>
          <p:nvPr/>
        </p:nvSpPr>
        <p:spPr>
          <a:xfrm>
            <a:off x="11087100" y="3656330"/>
            <a:ext cx="2286000" cy="438150"/>
          </a:xfrm>
          <a:prstGeom prst="rect">
            <a:avLst/>
          </a:prstGeom>
          <a:noFill/>
          <a:ln w="0">
            <a:noFill/>
            <a:prstDash val="solid"/>
          </a:ln>
        </p:spPr>
        <p:txBody>
          <a:bodyPr wrap="square" lIns="0" tIns="0" rIns="0" bIns="0" anchor="ctr">
            <a:normAutofit/>
          </a:bodyPr>
          <a:lstStyle/>
          <a:p>
            <a:pPr algn="l">
              <a:buNone/>
              <a:defRPr sz="2325" b="1">
                <a:solidFill>
                  <a:srgbClr val="FFFFFF"/>
                </a:solidFill>
                <a:latin typeface="PingFang SC" panose="020B0400000000000000" charset="-122"/>
                <a:ea typeface="PingFang SC" panose="020B0400000000000000" charset="-122"/>
                <a:cs typeface="PingFang SC" panose="020B0400000000000000" charset="-122"/>
              </a:defRPr>
            </a:pPr>
            <a:r>
              <a:rPr sz="2325" b="1">
                <a:solidFill>
                  <a:srgbClr val="FFFFFF"/>
                </a:solidFill>
                <a:latin typeface="PingFang SC" panose="020B0400000000000000" charset="-122"/>
                <a:ea typeface="PingFang SC" panose="020B0400000000000000" charset="-122"/>
                <a:cs typeface="PingFang SC" panose="020B0400000000000000" charset="-122"/>
              </a:rPr>
              <a:t>Datawhale</a:t>
            </a:r>
            <a:endParaRPr sz="23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3" name="Datawhale角色-body"/>
          <p:cNvSpPr>
            <a:spLocks noGrp="1"/>
          </p:cNvSpPr>
          <p:nvPr/>
        </p:nvSpPr>
        <p:spPr>
          <a:xfrm>
            <a:off x="11087100" y="4227830"/>
            <a:ext cx="5048250" cy="381000"/>
          </a:xfrm>
          <a:prstGeom prst="rect">
            <a:avLst/>
          </a:prstGeom>
          <a:noFill/>
          <a:ln w="0">
            <a:noFill/>
            <a:prstDash val="solid"/>
          </a:ln>
        </p:spPr>
        <p:txBody>
          <a:bodyPr wrap="square" lIns="0" tIns="0" rIns="0" bIns="0" anchor="ctr">
            <a:normAutofit/>
          </a:bodyPr>
          <a:lstStyle/>
          <a:p>
            <a:pPr algn="l">
              <a:buNone/>
              <a:defRPr sz="1650" b="1">
                <a:solidFill>
                  <a:srgbClr val="AAB4C5"/>
                </a:solidFill>
                <a:latin typeface="PingFang SC" panose="020B0400000000000000" charset="-122"/>
                <a:ea typeface="PingFang SC" panose="020B0400000000000000" charset="-122"/>
                <a:cs typeface="PingFang SC" panose="020B0400000000000000" charset="-122"/>
              </a:defRPr>
            </a:pPr>
            <a:r>
              <a:rPr sz="1650" b="1">
                <a:solidFill>
                  <a:srgbClr val="AAB4C5"/>
                </a:solidFill>
                <a:latin typeface="PingFang SC" panose="020B0400000000000000" charset="-122"/>
                <a:ea typeface="PingFang SC" panose="020B0400000000000000" charset="-122"/>
                <a:cs typeface="PingFang SC" panose="020B0400000000000000" charset="-122"/>
              </a:rPr>
              <a:t>开源学习　·　技术实践　·　FDE 社区</a:t>
            </a:r>
            <a:endParaRPr sz="165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64" name="双方交汇中心"/>
          <p:cNvSpPr>
            <a:spLocks noGrp="1"/>
          </p:cNvSpPr>
          <p:nvPr/>
        </p:nvSpPr>
        <p:spPr>
          <a:xfrm>
            <a:off x="7905750" y="3570605"/>
            <a:ext cx="2476500" cy="1123950"/>
          </a:xfrm>
          <a:prstGeom prst="rect">
            <a:avLst/>
          </a:prstGeom>
          <a:solidFill>
            <a:srgbClr val="A8E92D"/>
          </a:solidFill>
          <a:ln w="19050">
            <a:solidFill>
              <a:srgbClr val="DFFF8C"/>
            </a:solidFill>
            <a:prstDash val="solid"/>
          </a:ln>
        </p:spPr>
      </p:sp>
      <p:sp>
        <p:nvSpPr>
          <p:cNvPr id="65" name="双方交汇中心标题"/>
          <p:cNvSpPr>
            <a:spLocks noGrp="1"/>
          </p:cNvSpPr>
          <p:nvPr/>
        </p:nvSpPr>
        <p:spPr>
          <a:xfrm>
            <a:off x="7905750" y="3646805"/>
            <a:ext cx="2476500" cy="590550"/>
          </a:xfrm>
          <a:prstGeom prst="rect">
            <a:avLst/>
          </a:prstGeom>
          <a:noFill/>
          <a:ln w="0">
            <a:noFill/>
            <a:prstDash val="solid"/>
          </a:ln>
        </p:spPr>
        <p:txBody>
          <a:bodyPr wrap="square" lIns="0" tIns="0" rIns="0" bIns="0" anchor="ctr">
            <a:normAutofit/>
          </a:bodyPr>
          <a:lstStyle/>
          <a:p>
            <a:pPr algn="ctr">
              <a:buNone/>
              <a:defRPr sz="3825" b="1">
                <a:solidFill>
                  <a:srgbClr val="070A10"/>
                </a:solidFill>
                <a:latin typeface="Arial" panose="020B0604020202090204"/>
                <a:ea typeface="Arial" panose="020B0604020202090204"/>
                <a:cs typeface="Arial" panose="020B0604020202090204"/>
              </a:defRPr>
            </a:pPr>
            <a:r>
              <a:rPr sz="3825" b="1">
                <a:solidFill>
                  <a:srgbClr val="070A10"/>
                </a:solidFill>
                <a:latin typeface="Arial" panose="020B0604020202090204"/>
                <a:ea typeface="Arial" panose="020B0604020202090204"/>
                <a:cs typeface="Arial" panose="020B0604020202090204"/>
              </a:rPr>
              <a:t>FDE</a:t>
            </a:r>
            <a:endParaRPr sz="3825" b="1">
              <a:solidFill>
                <a:srgbClr val="070A10"/>
              </a:solidFill>
              <a:latin typeface="Arial" panose="020B0604020202090204"/>
              <a:ea typeface="Arial" panose="020B0604020202090204"/>
              <a:cs typeface="Arial" panose="020B0604020202090204"/>
            </a:endParaRPr>
          </a:p>
        </p:txBody>
      </p:sp>
      <p:sp>
        <p:nvSpPr>
          <p:cNvPr id="66" name="双方交汇中心说明"/>
          <p:cNvSpPr>
            <a:spLocks noGrp="1"/>
          </p:cNvSpPr>
          <p:nvPr/>
        </p:nvSpPr>
        <p:spPr>
          <a:xfrm>
            <a:off x="7981950" y="4256405"/>
            <a:ext cx="2324100" cy="285750"/>
          </a:xfrm>
          <a:prstGeom prst="rect">
            <a:avLst/>
          </a:prstGeom>
          <a:noFill/>
          <a:ln w="0">
            <a:noFill/>
            <a:prstDash val="solid"/>
          </a:ln>
        </p:spPr>
        <p:txBody>
          <a:bodyPr wrap="square" lIns="0" tIns="0" rIns="0" bIns="0" anchor="ctr">
            <a:normAutofit/>
          </a:bodyPr>
          <a:lstStyle/>
          <a:p>
            <a:pPr algn="ctr">
              <a:buNone/>
              <a:defRPr sz="1275" b="1">
                <a:solidFill>
                  <a:srgbClr val="2C3B0C"/>
                </a:solidFill>
                <a:latin typeface="PingFang SC" panose="020B0400000000000000" charset="-122"/>
                <a:ea typeface="PingFang SC" panose="020B0400000000000000" charset="-122"/>
                <a:cs typeface="PingFang SC" panose="020B0400000000000000" charset="-122"/>
              </a:defRPr>
            </a:pPr>
            <a:r>
              <a:rPr sz="1275" b="1">
                <a:solidFill>
                  <a:srgbClr val="2C3B0C"/>
                </a:solidFill>
                <a:latin typeface="PingFang SC" panose="020B0400000000000000" charset="-122"/>
                <a:ea typeface="PingFang SC" panose="020B0400000000000000" charset="-122"/>
                <a:cs typeface="PingFang SC" panose="020B0400000000000000" charset="-122"/>
              </a:rPr>
              <a:t>业务理解与技术交付的交汇点</a:t>
            </a:r>
            <a:endParaRPr sz="1275" b="1">
              <a:solidFill>
                <a:srgbClr val="2C3B0C"/>
              </a:solidFill>
              <a:latin typeface="PingFang SC" panose="020B0400000000000000" charset="-122"/>
              <a:ea typeface="PingFang SC" panose="020B0400000000000000" charset="-122"/>
              <a:cs typeface="PingFang SC" panose="020B0400000000000000" charset="-122"/>
            </a:endParaRPr>
          </a:p>
        </p:txBody>
      </p:sp>
      <p:sp>
        <p:nvSpPr>
          <p:cNvPr id="67" name="闭环连接线"/>
          <p:cNvSpPr>
            <a:spLocks noGrp="1"/>
          </p:cNvSpPr>
          <p:nvPr/>
        </p:nvSpPr>
        <p:spPr>
          <a:xfrm>
            <a:off x="2095500" y="6666230"/>
            <a:ext cx="14097000" cy="0"/>
          </a:xfrm>
          <a:prstGeom prst="line">
            <a:avLst/>
          </a:prstGeom>
          <a:noFill/>
          <a:ln w="47625">
            <a:solidFill>
              <a:srgbClr val="6680CA"/>
            </a:solidFill>
            <a:prstDash val="solid"/>
          </a:ln>
        </p:spPr>
      </p:sp>
      <p:sp>
        <p:nvSpPr>
          <p:cNvPr id="68" name="闭环节点-企业问题-panel"/>
          <p:cNvSpPr>
            <a:spLocks noGrp="1"/>
          </p:cNvSpPr>
          <p:nvPr/>
        </p:nvSpPr>
        <p:spPr>
          <a:xfrm>
            <a:off x="1428750" y="5723255"/>
            <a:ext cx="4667250" cy="1866900"/>
          </a:xfrm>
          <a:prstGeom prst="rect">
            <a:avLst/>
          </a:prstGeom>
          <a:solidFill>
            <a:srgbClr val="111B34"/>
          </a:solidFill>
          <a:ln w="19050">
            <a:solidFill>
              <a:srgbClr val="2E5BFF"/>
            </a:solidFill>
            <a:prstDash val="solid"/>
          </a:ln>
        </p:spPr>
      </p:sp>
      <p:sp>
        <p:nvSpPr>
          <p:cNvPr id="69" name="闭环节点-企业问题-number"/>
          <p:cNvSpPr>
            <a:spLocks noGrp="1"/>
          </p:cNvSpPr>
          <p:nvPr/>
        </p:nvSpPr>
        <p:spPr>
          <a:xfrm>
            <a:off x="1695450" y="5913755"/>
            <a:ext cx="704850" cy="514350"/>
          </a:xfrm>
          <a:prstGeom prst="rect">
            <a:avLst/>
          </a:prstGeom>
          <a:noFill/>
          <a:ln w="0">
            <a:noFill/>
            <a:prstDash val="solid"/>
          </a:ln>
        </p:spPr>
        <p:txBody>
          <a:bodyPr wrap="square" lIns="0" tIns="0" rIns="0" bIns="0" anchor="ctr">
            <a:normAutofit/>
          </a:bodyPr>
          <a:lstStyle/>
          <a:p>
            <a:pPr algn="l">
              <a:buNone/>
              <a:defRPr sz="3150" b="1">
                <a:solidFill>
                  <a:srgbClr val="2E5BFF"/>
                </a:solidFill>
                <a:latin typeface="Arial" panose="020B0604020202090204"/>
                <a:ea typeface="Arial" panose="020B0604020202090204"/>
                <a:cs typeface="Arial" panose="020B0604020202090204"/>
              </a:defRPr>
            </a:pPr>
            <a:r>
              <a:rPr sz="3150" b="1">
                <a:solidFill>
                  <a:srgbClr val="2E5BFF"/>
                </a:solidFill>
                <a:latin typeface="Arial" panose="020B0604020202090204"/>
                <a:ea typeface="Arial" panose="020B0604020202090204"/>
                <a:cs typeface="Arial" panose="020B0604020202090204"/>
              </a:rPr>
              <a:t>01</a:t>
            </a:r>
            <a:endParaRPr sz="3150" b="1">
              <a:solidFill>
                <a:srgbClr val="2E5BFF"/>
              </a:solidFill>
              <a:latin typeface="Arial" panose="020B0604020202090204"/>
              <a:ea typeface="Arial" panose="020B0604020202090204"/>
              <a:cs typeface="Arial" panose="020B0604020202090204"/>
            </a:endParaRPr>
          </a:p>
        </p:txBody>
      </p:sp>
      <p:sp>
        <p:nvSpPr>
          <p:cNvPr id="70" name="闭环节点-企业问题-title"/>
          <p:cNvSpPr>
            <a:spLocks noGrp="1"/>
          </p:cNvSpPr>
          <p:nvPr/>
        </p:nvSpPr>
        <p:spPr>
          <a:xfrm>
            <a:off x="1714500" y="6532880"/>
            <a:ext cx="4095750" cy="495300"/>
          </a:xfrm>
          <a:prstGeom prst="rect">
            <a:avLst/>
          </a:prstGeom>
          <a:noFill/>
          <a:ln w="0">
            <a:noFill/>
            <a:prstDash val="solid"/>
          </a:ln>
        </p:spPr>
        <p:txBody>
          <a:bodyPr wrap="square" lIns="0" tIns="0" rIns="0" bIns="0" anchor="ctr">
            <a:normAutofit/>
          </a:bodyPr>
          <a:lstStyle/>
          <a:p>
            <a:pPr algn="l">
              <a:buNone/>
              <a:defRPr sz="2175" b="1">
                <a:solidFill>
                  <a:srgbClr val="FFFFFF"/>
                </a:solidFill>
                <a:latin typeface="PingFang SC" panose="020B0400000000000000" charset="-122"/>
                <a:ea typeface="PingFang SC" panose="020B0400000000000000" charset="-122"/>
                <a:cs typeface="PingFang SC" panose="020B0400000000000000" charset="-122"/>
              </a:defRPr>
            </a:pPr>
            <a:r>
              <a:rPr sz="2175" b="1">
                <a:solidFill>
                  <a:srgbClr val="FFFFFF"/>
                </a:solidFill>
                <a:latin typeface="PingFang SC" panose="020B0400000000000000" charset="-122"/>
                <a:ea typeface="PingFang SC" panose="020B0400000000000000" charset="-122"/>
                <a:cs typeface="PingFang SC" panose="020B0400000000000000" charset="-122"/>
              </a:rPr>
              <a:t>企业提出真实问题</a:t>
            </a:r>
            <a:endParaRPr sz="21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1" name="闭环节点-企业问题-note"/>
          <p:cNvSpPr>
            <a:spLocks noGrp="1"/>
          </p:cNvSpPr>
          <p:nvPr/>
        </p:nvSpPr>
        <p:spPr>
          <a:xfrm>
            <a:off x="1714500" y="7085330"/>
            <a:ext cx="4095750" cy="304800"/>
          </a:xfrm>
          <a:prstGeom prst="rect">
            <a:avLst/>
          </a:prstGeom>
          <a:noFill/>
          <a:ln w="0">
            <a:noFill/>
            <a:prstDash val="solid"/>
          </a:ln>
        </p:spPr>
        <p:txBody>
          <a:bodyPr wrap="square" lIns="0" tIns="0" rIns="0" bIns="0" anchor="ctr">
            <a:normAutofit/>
          </a:bodyPr>
          <a:lstStyle/>
          <a:p>
            <a:pPr algn="l">
              <a:buNone/>
              <a:defRPr sz="1500" b="1">
                <a:solidFill>
                  <a:srgbClr val="AAB4C5"/>
                </a:solidFill>
                <a:latin typeface="PingFang SC" panose="020B0400000000000000" charset="-122"/>
                <a:ea typeface="PingFang SC" panose="020B0400000000000000" charset="-122"/>
                <a:cs typeface="PingFang SC" panose="020B0400000000000000" charset="-122"/>
              </a:defRPr>
            </a:pPr>
            <a:r>
              <a:rPr sz="1500" b="1">
                <a:solidFill>
                  <a:srgbClr val="AAB4C5"/>
                </a:solidFill>
                <a:latin typeface="PingFang SC" panose="020B0400000000000000" charset="-122"/>
                <a:ea typeface="PingFang SC" panose="020B0400000000000000" charset="-122"/>
                <a:cs typeface="PingFang SC" panose="020B0400000000000000" charset="-122"/>
              </a:rPr>
              <a:t>问题来自企业现场</a:t>
            </a:r>
            <a:endParaRPr sz="150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72" name="闭环节点-FDE实践-panel"/>
          <p:cNvSpPr>
            <a:spLocks noGrp="1"/>
          </p:cNvSpPr>
          <p:nvPr/>
        </p:nvSpPr>
        <p:spPr>
          <a:xfrm>
            <a:off x="6810375" y="5723255"/>
            <a:ext cx="4667250" cy="1866900"/>
          </a:xfrm>
          <a:prstGeom prst="rect">
            <a:avLst/>
          </a:prstGeom>
          <a:solidFill>
            <a:srgbClr val="172341"/>
          </a:solidFill>
          <a:ln w="19050">
            <a:solidFill>
              <a:srgbClr val="A8E92D"/>
            </a:solidFill>
            <a:prstDash val="solid"/>
          </a:ln>
        </p:spPr>
      </p:sp>
      <p:sp>
        <p:nvSpPr>
          <p:cNvPr id="73" name="闭环节点-FDE实践-number"/>
          <p:cNvSpPr>
            <a:spLocks noGrp="1"/>
          </p:cNvSpPr>
          <p:nvPr/>
        </p:nvSpPr>
        <p:spPr>
          <a:xfrm>
            <a:off x="7077075" y="5913755"/>
            <a:ext cx="704850" cy="514350"/>
          </a:xfrm>
          <a:prstGeom prst="rect">
            <a:avLst/>
          </a:prstGeom>
          <a:noFill/>
          <a:ln w="0">
            <a:noFill/>
            <a:prstDash val="solid"/>
          </a:ln>
        </p:spPr>
        <p:txBody>
          <a:bodyPr wrap="square" lIns="0" tIns="0" rIns="0" bIns="0" anchor="ctr">
            <a:normAutofit/>
          </a:bodyPr>
          <a:lstStyle/>
          <a:p>
            <a:pPr algn="l">
              <a:buNone/>
              <a:defRPr sz="3150" b="1">
                <a:solidFill>
                  <a:srgbClr val="A8E92D"/>
                </a:solidFill>
                <a:latin typeface="Arial" panose="020B0604020202090204"/>
                <a:ea typeface="Arial" panose="020B0604020202090204"/>
                <a:cs typeface="Arial" panose="020B0604020202090204"/>
              </a:defRPr>
            </a:pPr>
            <a:r>
              <a:rPr sz="3150" b="1">
                <a:solidFill>
                  <a:srgbClr val="A8E92D"/>
                </a:solidFill>
                <a:latin typeface="Arial" panose="020B0604020202090204"/>
                <a:ea typeface="Arial" panose="020B0604020202090204"/>
                <a:cs typeface="Arial" panose="020B0604020202090204"/>
              </a:rPr>
              <a:t>02</a:t>
            </a:r>
            <a:endParaRPr sz="3150" b="1">
              <a:solidFill>
                <a:srgbClr val="A8E92D"/>
              </a:solidFill>
              <a:latin typeface="Arial" panose="020B0604020202090204"/>
              <a:ea typeface="Arial" panose="020B0604020202090204"/>
              <a:cs typeface="Arial" panose="020B0604020202090204"/>
            </a:endParaRPr>
          </a:p>
        </p:txBody>
      </p:sp>
      <p:sp>
        <p:nvSpPr>
          <p:cNvPr id="74" name="闭环节点-FDE实践-title"/>
          <p:cNvSpPr>
            <a:spLocks noGrp="1"/>
          </p:cNvSpPr>
          <p:nvPr/>
        </p:nvSpPr>
        <p:spPr>
          <a:xfrm>
            <a:off x="7096125" y="6532880"/>
            <a:ext cx="4095750" cy="495300"/>
          </a:xfrm>
          <a:prstGeom prst="rect">
            <a:avLst/>
          </a:prstGeom>
          <a:noFill/>
          <a:ln w="0">
            <a:noFill/>
            <a:prstDash val="solid"/>
          </a:ln>
        </p:spPr>
        <p:txBody>
          <a:bodyPr wrap="square" lIns="0" tIns="0" rIns="0" bIns="0" anchor="ctr">
            <a:normAutofit/>
          </a:bodyPr>
          <a:lstStyle/>
          <a:p>
            <a:pPr algn="l">
              <a:buNone/>
              <a:defRPr sz="2175" b="1">
                <a:solidFill>
                  <a:srgbClr val="FFFFFF"/>
                </a:solidFill>
                <a:latin typeface="PingFang SC" panose="020B0400000000000000" charset="-122"/>
                <a:ea typeface="PingFang SC" panose="020B0400000000000000" charset="-122"/>
                <a:cs typeface="PingFang SC" panose="020B0400000000000000" charset="-122"/>
              </a:defRPr>
            </a:pPr>
            <a:r>
              <a:rPr sz="2175" b="1">
                <a:solidFill>
                  <a:srgbClr val="FFFFFF"/>
                </a:solidFill>
                <a:latin typeface="PingFang SC" panose="020B0400000000000000" charset="-122"/>
                <a:ea typeface="PingFang SC" panose="020B0400000000000000" charset="-122"/>
                <a:cs typeface="PingFang SC" panose="020B0400000000000000" charset="-122"/>
              </a:rPr>
              <a:t>FDE 进入项目实践</a:t>
            </a:r>
            <a:endParaRPr sz="21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5" name="闭环节点-FDE实践-note"/>
          <p:cNvSpPr>
            <a:spLocks noGrp="1"/>
          </p:cNvSpPr>
          <p:nvPr/>
        </p:nvSpPr>
        <p:spPr>
          <a:xfrm>
            <a:off x="7096125" y="7085330"/>
            <a:ext cx="4095750" cy="304800"/>
          </a:xfrm>
          <a:prstGeom prst="rect">
            <a:avLst/>
          </a:prstGeom>
          <a:noFill/>
          <a:ln w="0">
            <a:noFill/>
            <a:prstDash val="solid"/>
          </a:ln>
        </p:spPr>
        <p:txBody>
          <a:bodyPr wrap="square" lIns="0" tIns="0" rIns="0" bIns="0" anchor="ctr">
            <a:normAutofit/>
          </a:bodyPr>
          <a:lstStyle/>
          <a:p>
            <a:pPr algn="l">
              <a:buNone/>
              <a:defRPr sz="1500" b="1">
                <a:solidFill>
                  <a:srgbClr val="AAB4C5"/>
                </a:solidFill>
                <a:latin typeface="PingFang SC" panose="020B0400000000000000" charset="-122"/>
                <a:ea typeface="PingFang SC" panose="020B0400000000000000" charset="-122"/>
                <a:cs typeface="PingFang SC" panose="020B0400000000000000" charset="-122"/>
              </a:defRPr>
            </a:pPr>
            <a:r>
              <a:rPr sz="1500" b="1">
                <a:solidFill>
                  <a:srgbClr val="AAB4C5"/>
                </a:solidFill>
                <a:latin typeface="PingFang SC" panose="020B0400000000000000" charset="-122"/>
                <a:ea typeface="PingFang SC" panose="020B0400000000000000" charset="-122"/>
                <a:cs typeface="PingFang SC" panose="020B0400000000000000" charset="-122"/>
              </a:rPr>
              <a:t>把场景做成可交付方案</a:t>
            </a:r>
            <a:endParaRPr sz="150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76" name="闭环节点-方法回流-panel"/>
          <p:cNvSpPr>
            <a:spLocks noGrp="1"/>
          </p:cNvSpPr>
          <p:nvPr/>
        </p:nvSpPr>
        <p:spPr>
          <a:xfrm>
            <a:off x="12192000" y="5723255"/>
            <a:ext cx="4667250" cy="1866900"/>
          </a:xfrm>
          <a:prstGeom prst="rect">
            <a:avLst/>
          </a:prstGeom>
          <a:solidFill>
            <a:srgbClr val="171E31"/>
          </a:solidFill>
          <a:ln w="19050">
            <a:solidFill>
              <a:srgbClr val="FF782E"/>
            </a:solidFill>
            <a:prstDash val="solid"/>
          </a:ln>
        </p:spPr>
      </p:sp>
      <p:sp>
        <p:nvSpPr>
          <p:cNvPr id="77" name="闭环节点-方法回流-number"/>
          <p:cNvSpPr>
            <a:spLocks noGrp="1"/>
          </p:cNvSpPr>
          <p:nvPr/>
        </p:nvSpPr>
        <p:spPr>
          <a:xfrm>
            <a:off x="12458700" y="5913755"/>
            <a:ext cx="704850" cy="514350"/>
          </a:xfrm>
          <a:prstGeom prst="rect">
            <a:avLst/>
          </a:prstGeom>
          <a:noFill/>
          <a:ln w="0">
            <a:noFill/>
            <a:prstDash val="solid"/>
          </a:ln>
        </p:spPr>
        <p:txBody>
          <a:bodyPr wrap="square" lIns="0" tIns="0" rIns="0" bIns="0" anchor="ctr">
            <a:normAutofit/>
          </a:bodyPr>
          <a:lstStyle/>
          <a:p>
            <a:pPr algn="l">
              <a:buNone/>
              <a:defRPr sz="3150" b="1">
                <a:solidFill>
                  <a:srgbClr val="FF782E"/>
                </a:solidFill>
                <a:latin typeface="Arial" panose="020B0604020202090204"/>
                <a:ea typeface="Arial" panose="020B0604020202090204"/>
                <a:cs typeface="Arial" panose="020B0604020202090204"/>
              </a:defRPr>
            </a:pPr>
            <a:r>
              <a:rPr sz="3150" b="1">
                <a:solidFill>
                  <a:srgbClr val="FF782E"/>
                </a:solidFill>
                <a:latin typeface="Arial" panose="020B0604020202090204"/>
                <a:ea typeface="Arial" panose="020B0604020202090204"/>
                <a:cs typeface="Arial" panose="020B0604020202090204"/>
              </a:rPr>
              <a:t>03</a:t>
            </a:r>
            <a:endParaRPr sz="3150" b="1">
              <a:solidFill>
                <a:srgbClr val="FF782E"/>
              </a:solidFill>
              <a:latin typeface="Arial" panose="020B0604020202090204"/>
              <a:ea typeface="Arial" panose="020B0604020202090204"/>
              <a:cs typeface="Arial" panose="020B0604020202090204"/>
            </a:endParaRPr>
          </a:p>
        </p:txBody>
      </p:sp>
      <p:sp>
        <p:nvSpPr>
          <p:cNvPr id="78" name="闭环节点-方法回流-title"/>
          <p:cNvSpPr>
            <a:spLocks noGrp="1"/>
          </p:cNvSpPr>
          <p:nvPr/>
        </p:nvSpPr>
        <p:spPr>
          <a:xfrm>
            <a:off x="12477750" y="6532880"/>
            <a:ext cx="4095750" cy="495300"/>
          </a:xfrm>
          <a:prstGeom prst="rect">
            <a:avLst/>
          </a:prstGeom>
          <a:noFill/>
          <a:ln w="0">
            <a:noFill/>
            <a:prstDash val="solid"/>
          </a:ln>
        </p:spPr>
        <p:txBody>
          <a:bodyPr wrap="square" lIns="0" tIns="0" rIns="0" bIns="0" anchor="ctr">
            <a:normAutofit/>
          </a:bodyPr>
          <a:lstStyle/>
          <a:p>
            <a:pPr algn="l">
              <a:buNone/>
              <a:defRPr sz="2175" b="1">
                <a:solidFill>
                  <a:srgbClr val="FFFFFF"/>
                </a:solidFill>
                <a:latin typeface="PingFang SC" panose="020B0400000000000000" charset="-122"/>
                <a:ea typeface="PingFang SC" panose="020B0400000000000000" charset="-122"/>
                <a:cs typeface="PingFang SC" panose="020B0400000000000000" charset="-122"/>
              </a:defRPr>
            </a:pPr>
            <a:r>
              <a:rPr sz="2175" b="1">
                <a:solidFill>
                  <a:srgbClr val="FFFFFF"/>
                </a:solidFill>
                <a:latin typeface="PingFang SC" panose="020B0400000000000000" charset="-122"/>
                <a:ea typeface="PingFang SC" panose="020B0400000000000000" charset="-122"/>
                <a:cs typeface="PingFang SC" panose="020B0400000000000000" charset="-122"/>
              </a:rPr>
              <a:t>案例与方法回到课程和研究</a:t>
            </a:r>
            <a:endParaRPr sz="21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9" name="闭环节点-方法回流-note"/>
          <p:cNvSpPr>
            <a:spLocks noGrp="1"/>
          </p:cNvSpPr>
          <p:nvPr/>
        </p:nvSpPr>
        <p:spPr>
          <a:xfrm>
            <a:off x="12477750" y="7085330"/>
            <a:ext cx="4095750" cy="304800"/>
          </a:xfrm>
          <a:prstGeom prst="rect">
            <a:avLst/>
          </a:prstGeom>
          <a:noFill/>
          <a:ln w="0">
            <a:noFill/>
            <a:prstDash val="solid"/>
          </a:ln>
        </p:spPr>
        <p:txBody>
          <a:bodyPr wrap="square" lIns="0" tIns="0" rIns="0" bIns="0" anchor="ctr">
            <a:normAutofit/>
          </a:bodyPr>
          <a:lstStyle/>
          <a:p>
            <a:pPr algn="l">
              <a:buNone/>
              <a:defRPr sz="1500" b="1">
                <a:solidFill>
                  <a:srgbClr val="AAB4C5"/>
                </a:solidFill>
                <a:latin typeface="PingFang SC" panose="020B0400000000000000" charset="-122"/>
                <a:ea typeface="PingFang SC" panose="020B0400000000000000" charset="-122"/>
                <a:cs typeface="PingFang SC" panose="020B0400000000000000" charset="-122"/>
              </a:defRPr>
            </a:pPr>
            <a:r>
              <a:rPr sz="1500" b="1">
                <a:solidFill>
                  <a:srgbClr val="AAB4C5"/>
                </a:solidFill>
                <a:latin typeface="PingFang SC" panose="020B0400000000000000" charset="-122"/>
                <a:ea typeface="PingFang SC" panose="020B0400000000000000" charset="-122"/>
                <a:cs typeface="PingFang SC" panose="020B0400000000000000" charset="-122"/>
              </a:rPr>
              <a:t>成为下一轮实践的起点</a:t>
            </a:r>
            <a:endParaRPr sz="1500" b="1">
              <a:solidFill>
                <a:srgbClr val="AAB4C5"/>
              </a:solidFill>
              <a:latin typeface="PingFang SC" panose="020B0400000000000000" charset="-122"/>
              <a:ea typeface="PingFang SC" panose="020B0400000000000000" charset="-122"/>
              <a:cs typeface="PingFang SC" panose="020B0400000000000000" charset="-122"/>
            </a:endParaRPr>
          </a:p>
        </p:txBody>
      </p:sp>
      <p:sp>
        <p:nvSpPr>
          <p:cNvPr id="80" name="闭环推进标记-1"/>
          <p:cNvSpPr>
            <a:spLocks noGrp="1"/>
          </p:cNvSpPr>
          <p:nvPr/>
        </p:nvSpPr>
        <p:spPr>
          <a:xfrm>
            <a:off x="6381750" y="6409055"/>
            <a:ext cx="323850" cy="514350"/>
          </a:xfrm>
          <a:prstGeom prst="chevron">
            <a:avLst/>
          </a:prstGeom>
          <a:solidFill>
            <a:srgbClr val="A8E92D"/>
          </a:solidFill>
          <a:ln w="0">
            <a:noFill/>
            <a:prstDash val="solid"/>
          </a:ln>
        </p:spPr>
      </p:sp>
      <p:sp>
        <p:nvSpPr>
          <p:cNvPr id="81" name="闭环推进标记-2"/>
          <p:cNvSpPr>
            <a:spLocks noGrp="1"/>
          </p:cNvSpPr>
          <p:nvPr/>
        </p:nvSpPr>
        <p:spPr>
          <a:xfrm>
            <a:off x="11763375" y="6409055"/>
            <a:ext cx="323850" cy="514350"/>
          </a:xfrm>
          <a:prstGeom prst="chevron">
            <a:avLst/>
          </a:prstGeom>
          <a:solidFill>
            <a:srgbClr val="FF782E"/>
          </a:solidFill>
          <a:ln w="0">
            <a:noFill/>
            <a:prstDash val="solid"/>
          </a:ln>
        </p:spPr>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2062</Words>
  <Application>WPS 文字</Application>
  <PresentationFormat>Converted Presentation</PresentationFormat>
  <Paragraphs>429</Paragraphs>
  <Slides>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vt:i4>
      </vt:variant>
    </vt:vector>
  </HeadingPairs>
  <TitlesOfParts>
    <vt:vector size="23" baseType="lpstr">
      <vt:lpstr>Arial</vt:lpstr>
      <vt:lpstr>宋体</vt:lpstr>
      <vt:lpstr>Wingdings</vt:lpstr>
      <vt:lpstr>Arial</vt:lpstr>
      <vt:lpstr>PingFang SC</vt:lpstr>
      <vt:lpstr>PingFang SC Semibold</vt:lpstr>
      <vt:lpstr>微软雅黑</vt:lpstr>
      <vt:lpstr>汉仪旗黑</vt:lpstr>
      <vt:lpstr>宋体</vt:lpstr>
      <vt:lpstr>Arial Unicode MS</vt:lpstr>
      <vt:lpstr>汉仪书宋二KW</vt:lpstr>
      <vt:lpstr>Calibri</vt:lpstr>
      <vt:lpstr>Helvetica Neue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颖子</cp:lastModifiedBy>
  <cp:revision>6</cp:revision>
  <dcterms:created xsi:type="dcterms:W3CDTF">2026-09-05T16:14:51Z</dcterms:created>
  <dcterms:modified xsi:type="dcterms:W3CDTF">2026-09-05T16:14:51Z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C46A3373793E8954CF3B9C6A9BA10A82_43</vt:lpwstr>
  </property>
</Properties>
</file>